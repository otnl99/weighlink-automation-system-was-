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8C67C3-EDA3-4FD2-B6A7-382877B9138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4FEBE7-A7D7-4CE5-8CD3-7F60445C82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Manual weight recording is slow and error-prone.</a:t>
          </a:r>
        </a:p>
      </dgm:t>
    </dgm:pt>
    <dgm:pt modelId="{9AA2955D-E67B-4C4E-88A3-F55B61BD53AA}" type="parTrans" cxnId="{5B9F9A8D-A7F2-4592-BF3C-A1423DEE2E20}">
      <dgm:prSet/>
      <dgm:spPr/>
      <dgm:t>
        <a:bodyPr/>
        <a:lstStyle/>
        <a:p>
          <a:endParaRPr lang="en-US"/>
        </a:p>
      </dgm:t>
    </dgm:pt>
    <dgm:pt modelId="{E47F7A6C-EA60-4285-A08C-9BC9AC99624C}" type="sibTrans" cxnId="{5B9F9A8D-A7F2-4592-BF3C-A1423DEE2E20}">
      <dgm:prSet/>
      <dgm:spPr/>
      <dgm:t>
        <a:bodyPr/>
        <a:lstStyle/>
        <a:p>
          <a:endParaRPr lang="en-US"/>
        </a:p>
      </dgm:t>
    </dgm:pt>
    <dgm:pt modelId="{41025078-E0EA-430C-9CE5-0A36DFF394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Hard to track material movement in real-time.</a:t>
          </a:r>
        </a:p>
      </dgm:t>
    </dgm:pt>
    <dgm:pt modelId="{FCA7D44A-B2B2-4A44-B3DF-41D13A9DA635}" type="parTrans" cxnId="{9BA8A61F-AA35-4368-8CDE-4BB85410374F}">
      <dgm:prSet/>
      <dgm:spPr/>
      <dgm:t>
        <a:bodyPr/>
        <a:lstStyle/>
        <a:p>
          <a:endParaRPr lang="en-US"/>
        </a:p>
      </dgm:t>
    </dgm:pt>
    <dgm:pt modelId="{F92ABDC1-B04E-41C1-B500-DD069EFBCDE8}" type="sibTrans" cxnId="{9BA8A61F-AA35-4368-8CDE-4BB85410374F}">
      <dgm:prSet/>
      <dgm:spPr/>
      <dgm:t>
        <a:bodyPr/>
        <a:lstStyle/>
        <a:p>
          <a:endParaRPr lang="en-US"/>
        </a:p>
      </dgm:t>
    </dgm:pt>
    <dgm:pt modelId="{1EC7661B-BACB-4576-80B3-1DFB2C2308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Difficulty maintaining consistent and reliable records.</a:t>
          </a:r>
        </a:p>
      </dgm:t>
    </dgm:pt>
    <dgm:pt modelId="{D8C1540F-EB37-4342-8975-961788A8904F}" type="parTrans" cxnId="{7ADF1007-1EBC-4866-B8B3-4724FAE89F89}">
      <dgm:prSet/>
      <dgm:spPr/>
      <dgm:t>
        <a:bodyPr/>
        <a:lstStyle/>
        <a:p>
          <a:endParaRPr lang="en-US"/>
        </a:p>
      </dgm:t>
    </dgm:pt>
    <dgm:pt modelId="{D15C99F7-5387-409A-B9F2-A9753B526A72}" type="sibTrans" cxnId="{7ADF1007-1EBC-4866-B8B3-4724FAE89F89}">
      <dgm:prSet/>
      <dgm:spPr/>
      <dgm:t>
        <a:bodyPr/>
        <a:lstStyle/>
        <a:p>
          <a:endParaRPr lang="en-US"/>
        </a:p>
      </dgm:t>
    </dgm:pt>
    <dgm:pt modelId="{88C598AF-635F-4039-BC1D-4DD56EA4DC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No centralized system for data monitoring.</a:t>
          </a:r>
        </a:p>
      </dgm:t>
    </dgm:pt>
    <dgm:pt modelId="{2D1B3457-F1FF-4654-8846-D74CFD893EBB}" type="parTrans" cxnId="{8B0F0DFE-4691-4D14-9D00-0217A160F34E}">
      <dgm:prSet/>
      <dgm:spPr/>
      <dgm:t>
        <a:bodyPr/>
        <a:lstStyle/>
        <a:p>
          <a:endParaRPr lang="en-US"/>
        </a:p>
      </dgm:t>
    </dgm:pt>
    <dgm:pt modelId="{5D466438-CB2C-4F91-B430-B55246694BB7}" type="sibTrans" cxnId="{8B0F0DFE-4691-4D14-9D00-0217A160F34E}">
      <dgm:prSet/>
      <dgm:spPr/>
      <dgm:t>
        <a:bodyPr/>
        <a:lstStyle/>
        <a:p>
          <a:endParaRPr lang="en-US"/>
        </a:p>
      </dgm:t>
    </dgm:pt>
    <dgm:pt modelId="{5B835080-6FEF-435F-8892-B64AB4C977FE}" type="pres">
      <dgm:prSet presAssocID="{828C67C3-EDA3-4FD2-B6A7-382877B91382}" presName="root" presStyleCnt="0">
        <dgm:presLayoutVars>
          <dgm:dir/>
          <dgm:resizeHandles val="exact"/>
        </dgm:presLayoutVars>
      </dgm:prSet>
      <dgm:spPr/>
    </dgm:pt>
    <dgm:pt modelId="{567A2764-B8EB-41FA-9B1A-5308035EDE04}" type="pres">
      <dgm:prSet presAssocID="{1A4FEBE7-A7D7-4CE5-8CD3-7F60445C82E2}" presName="compNode" presStyleCnt="0"/>
      <dgm:spPr/>
    </dgm:pt>
    <dgm:pt modelId="{3F5984DE-023C-4FD9-A008-B66DE5708306}" type="pres">
      <dgm:prSet presAssocID="{1A4FEBE7-A7D7-4CE5-8CD3-7F60445C82E2}" presName="bgRect" presStyleLbl="bgShp" presStyleIdx="0" presStyleCnt="4"/>
      <dgm:spPr/>
    </dgm:pt>
    <dgm:pt modelId="{C6AF0A8A-AF3F-48AE-95B0-9649047BDABF}" type="pres">
      <dgm:prSet presAssocID="{1A4FEBE7-A7D7-4CE5-8CD3-7F60445C82E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5505D372-1D5D-4B50-A5DD-5EEF454A8E18}" type="pres">
      <dgm:prSet presAssocID="{1A4FEBE7-A7D7-4CE5-8CD3-7F60445C82E2}" presName="spaceRect" presStyleCnt="0"/>
      <dgm:spPr/>
    </dgm:pt>
    <dgm:pt modelId="{DB2777E9-FED8-4530-8218-2DD929BADFDB}" type="pres">
      <dgm:prSet presAssocID="{1A4FEBE7-A7D7-4CE5-8CD3-7F60445C82E2}" presName="parTx" presStyleLbl="revTx" presStyleIdx="0" presStyleCnt="4">
        <dgm:presLayoutVars>
          <dgm:chMax val="0"/>
          <dgm:chPref val="0"/>
        </dgm:presLayoutVars>
      </dgm:prSet>
      <dgm:spPr/>
    </dgm:pt>
    <dgm:pt modelId="{F5C55024-F88C-44A3-8AB9-ECF0C0A87A06}" type="pres">
      <dgm:prSet presAssocID="{E47F7A6C-EA60-4285-A08C-9BC9AC99624C}" presName="sibTrans" presStyleCnt="0"/>
      <dgm:spPr/>
    </dgm:pt>
    <dgm:pt modelId="{42E6B80B-36AC-442A-B705-31E021F2A9FF}" type="pres">
      <dgm:prSet presAssocID="{41025078-E0EA-430C-9CE5-0A36DFF39428}" presName="compNode" presStyleCnt="0"/>
      <dgm:spPr/>
    </dgm:pt>
    <dgm:pt modelId="{33DBACD4-7744-41CC-82BD-386F548CB2D2}" type="pres">
      <dgm:prSet presAssocID="{41025078-E0EA-430C-9CE5-0A36DFF39428}" presName="bgRect" presStyleLbl="bgShp" presStyleIdx="1" presStyleCnt="4"/>
      <dgm:spPr/>
    </dgm:pt>
    <dgm:pt modelId="{ACA78C90-847E-4EDF-8F89-FF4B7D8752CD}" type="pres">
      <dgm:prSet presAssocID="{41025078-E0EA-430C-9CE5-0A36DFF394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dozer"/>
        </a:ext>
      </dgm:extLst>
    </dgm:pt>
    <dgm:pt modelId="{60E47DAA-29A5-4903-99B6-A314994EC5F4}" type="pres">
      <dgm:prSet presAssocID="{41025078-E0EA-430C-9CE5-0A36DFF39428}" presName="spaceRect" presStyleCnt="0"/>
      <dgm:spPr/>
    </dgm:pt>
    <dgm:pt modelId="{A5780699-A432-4CC4-93A5-4707C6A6121A}" type="pres">
      <dgm:prSet presAssocID="{41025078-E0EA-430C-9CE5-0A36DFF39428}" presName="parTx" presStyleLbl="revTx" presStyleIdx="1" presStyleCnt="4">
        <dgm:presLayoutVars>
          <dgm:chMax val="0"/>
          <dgm:chPref val="0"/>
        </dgm:presLayoutVars>
      </dgm:prSet>
      <dgm:spPr/>
    </dgm:pt>
    <dgm:pt modelId="{DBF83F7E-033C-4A80-B8E7-1E2E8C8F78A6}" type="pres">
      <dgm:prSet presAssocID="{F92ABDC1-B04E-41C1-B500-DD069EFBCDE8}" presName="sibTrans" presStyleCnt="0"/>
      <dgm:spPr/>
    </dgm:pt>
    <dgm:pt modelId="{36534189-CAD2-4DC2-8630-7ABC98797829}" type="pres">
      <dgm:prSet presAssocID="{1EC7661B-BACB-4576-80B3-1DFB2C2308C1}" presName="compNode" presStyleCnt="0"/>
      <dgm:spPr/>
    </dgm:pt>
    <dgm:pt modelId="{AE21D417-4F82-45F2-99F6-E95DC27A1D10}" type="pres">
      <dgm:prSet presAssocID="{1EC7661B-BACB-4576-80B3-1DFB2C2308C1}" presName="bgRect" presStyleLbl="bgShp" presStyleIdx="2" presStyleCnt="4"/>
      <dgm:spPr/>
    </dgm:pt>
    <dgm:pt modelId="{E0B325EC-E51A-43FE-96A1-0FBDE5FA5AB8}" type="pres">
      <dgm:prSet presAssocID="{1EC7661B-BACB-4576-80B3-1DFB2C2308C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4CCF23E-27E7-4587-9664-A08E182CCB50}" type="pres">
      <dgm:prSet presAssocID="{1EC7661B-BACB-4576-80B3-1DFB2C2308C1}" presName="spaceRect" presStyleCnt="0"/>
      <dgm:spPr/>
    </dgm:pt>
    <dgm:pt modelId="{14D761A9-0054-4D47-84C2-849F5982F6C3}" type="pres">
      <dgm:prSet presAssocID="{1EC7661B-BACB-4576-80B3-1DFB2C2308C1}" presName="parTx" presStyleLbl="revTx" presStyleIdx="2" presStyleCnt="4">
        <dgm:presLayoutVars>
          <dgm:chMax val="0"/>
          <dgm:chPref val="0"/>
        </dgm:presLayoutVars>
      </dgm:prSet>
      <dgm:spPr/>
    </dgm:pt>
    <dgm:pt modelId="{EF4A3CD4-A91F-46D4-BF6A-4E99AE14E939}" type="pres">
      <dgm:prSet presAssocID="{D15C99F7-5387-409A-B9F2-A9753B526A72}" presName="sibTrans" presStyleCnt="0"/>
      <dgm:spPr/>
    </dgm:pt>
    <dgm:pt modelId="{180D2E4D-4623-411F-8A94-A4D9D4D84510}" type="pres">
      <dgm:prSet presAssocID="{88C598AF-635F-4039-BC1D-4DD56EA4DCD7}" presName="compNode" presStyleCnt="0"/>
      <dgm:spPr/>
    </dgm:pt>
    <dgm:pt modelId="{1D59652A-FA14-4D7E-93B6-96A1BC2BEB3A}" type="pres">
      <dgm:prSet presAssocID="{88C598AF-635F-4039-BC1D-4DD56EA4DCD7}" presName="bgRect" presStyleLbl="bgShp" presStyleIdx="3" presStyleCnt="4"/>
      <dgm:spPr/>
    </dgm:pt>
    <dgm:pt modelId="{3A84516B-F36F-4B82-901A-729D3009D9DC}" type="pres">
      <dgm:prSet presAssocID="{88C598AF-635F-4039-BC1D-4DD56EA4DCD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B8CDAFF-EBC3-4FD9-9E56-B25E4558331A}" type="pres">
      <dgm:prSet presAssocID="{88C598AF-635F-4039-BC1D-4DD56EA4DCD7}" presName="spaceRect" presStyleCnt="0"/>
      <dgm:spPr/>
    </dgm:pt>
    <dgm:pt modelId="{46213559-B6E6-4C18-B202-3A2F02235718}" type="pres">
      <dgm:prSet presAssocID="{88C598AF-635F-4039-BC1D-4DD56EA4DCD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6886206-51A5-4669-85F3-556FE8F64740}" type="presOf" srcId="{1A4FEBE7-A7D7-4CE5-8CD3-7F60445C82E2}" destId="{DB2777E9-FED8-4530-8218-2DD929BADFDB}" srcOrd="0" destOrd="0" presId="urn:microsoft.com/office/officeart/2018/2/layout/IconVerticalSolidList"/>
    <dgm:cxn modelId="{7ADF1007-1EBC-4866-B8B3-4724FAE89F89}" srcId="{828C67C3-EDA3-4FD2-B6A7-382877B91382}" destId="{1EC7661B-BACB-4576-80B3-1DFB2C2308C1}" srcOrd="2" destOrd="0" parTransId="{D8C1540F-EB37-4342-8975-961788A8904F}" sibTransId="{D15C99F7-5387-409A-B9F2-A9753B526A72}"/>
    <dgm:cxn modelId="{9BA8A61F-AA35-4368-8CDE-4BB85410374F}" srcId="{828C67C3-EDA3-4FD2-B6A7-382877B91382}" destId="{41025078-E0EA-430C-9CE5-0A36DFF39428}" srcOrd="1" destOrd="0" parTransId="{FCA7D44A-B2B2-4A44-B3DF-41D13A9DA635}" sibTransId="{F92ABDC1-B04E-41C1-B500-DD069EFBCDE8}"/>
    <dgm:cxn modelId="{37966B4C-E518-4BEC-92D1-9F5C54C7A563}" type="presOf" srcId="{41025078-E0EA-430C-9CE5-0A36DFF39428}" destId="{A5780699-A432-4CC4-93A5-4707C6A6121A}" srcOrd="0" destOrd="0" presId="urn:microsoft.com/office/officeart/2018/2/layout/IconVerticalSolidList"/>
    <dgm:cxn modelId="{354DCB78-EE95-454D-9D5D-B369107C69E0}" type="presOf" srcId="{88C598AF-635F-4039-BC1D-4DD56EA4DCD7}" destId="{46213559-B6E6-4C18-B202-3A2F02235718}" srcOrd="0" destOrd="0" presId="urn:microsoft.com/office/officeart/2018/2/layout/IconVerticalSolidList"/>
    <dgm:cxn modelId="{5B9F9A8D-A7F2-4592-BF3C-A1423DEE2E20}" srcId="{828C67C3-EDA3-4FD2-B6A7-382877B91382}" destId="{1A4FEBE7-A7D7-4CE5-8CD3-7F60445C82E2}" srcOrd="0" destOrd="0" parTransId="{9AA2955D-E67B-4C4E-88A3-F55B61BD53AA}" sibTransId="{E47F7A6C-EA60-4285-A08C-9BC9AC99624C}"/>
    <dgm:cxn modelId="{21F4B4AD-AE33-4987-A9B2-07386808FA35}" type="presOf" srcId="{1EC7661B-BACB-4576-80B3-1DFB2C2308C1}" destId="{14D761A9-0054-4D47-84C2-849F5982F6C3}" srcOrd="0" destOrd="0" presId="urn:microsoft.com/office/officeart/2018/2/layout/IconVerticalSolidList"/>
    <dgm:cxn modelId="{41133AEB-0160-4A05-B7BB-80EAC92F76A0}" type="presOf" srcId="{828C67C3-EDA3-4FD2-B6A7-382877B91382}" destId="{5B835080-6FEF-435F-8892-B64AB4C977FE}" srcOrd="0" destOrd="0" presId="urn:microsoft.com/office/officeart/2018/2/layout/IconVerticalSolidList"/>
    <dgm:cxn modelId="{8B0F0DFE-4691-4D14-9D00-0217A160F34E}" srcId="{828C67C3-EDA3-4FD2-B6A7-382877B91382}" destId="{88C598AF-635F-4039-BC1D-4DD56EA4DCD7}" srcOrd="3" destOrd="0" parTransId="{2D1B3457-F1FF-4654-8846-D74CFD893EBB}" sibTransId="{5D466438-CB2C-4F91-B430-B55246694BB7}"/>
    <dgm:cxn modelId="{5242FC0E-652C-4582-A473-113160BE2ECA}" type="presParOf" srcId="{5B835080-6FEF-435F-8892-B64AB4C977FE}" destId="{567A2764-B8EB-41FA-9B1A-5308035EDE04}" srcOrd="0" destOrd="0" presId="urn:microsoft.com/office/officeart/2018/2/layout/IconVerticalSolidList"/>
    <dgm:cxn modelId="{4B7A5AD7-D5D0-45C0-9F29-86A5285CE3D8}" type="presParOf" srcId="{567A2764-B8EB-41FA-9B1A-5308035EDE04}" destId="{3F5984DE-023C-4FD9-A008-B66DE5708306}" srcOrd="0" destOrd="0" presId="urn:microsoft.com/office/officeart/2018/2/layout/IconVerticalSolidList"/>
    <dgm:cxn modelId="{4BD136D5-0646-4A31-919B-274B6F9800BE}" type="presParOf" srcId="{567A2764-B8EB-41FA-9B1A-5308035EDE04}" destId="{C6AF0A8A-AF3F-48AE-95B0-9649047BDABF}" srcOrd="1" destOrd="0" presId="urn:microsoft.com/office/officeart/2018/2/layout/IconVerticalSolidList"/>
    <dgm:cxn modelId="{44A1B25D-88BE-4D11-A1C4-C920EEBFE94C}" type="presParOf" srcId="{567A2764-B8EB-41FA-9B1A-5308035EDE04}" destId="{5505D372-1D5D-4B50-A5DD-5EEF454A8E18}" srcOrd="2" destOrd="0" presId="urn:microsoft.com/office/officeart/2018/2/layout/IconVerticalSolidList"/>
    <dgm:cxn modelId="{0299EF44-8E57-4BED-A778-04BE2FCCFD05}" type="presParOf" srcId="{567A2764-B8EB-41FA-9B1A-5308035EDE04}" destId="{DB2777E9-FED8-4530-8218-2DD929BADFDB}" srcOrd="3" destOrd="0" presId="urn:microsoft.com/office/officeart/2018/2/layout/IconVerticalSolidList"/>
    <dgm:cxn modelId="{54D9E99D-A785-4F5D-84CA-37E63ADE8984}" type="presParOf" srcId="{5B835080-6FEF-435F-8892-B64AB4C977FE}" destId="{F5C55024-F88C-44A3-8AB9-ECF0C0A87A06}" srcOrd="1" destOrd="0" presId="urn:microsoft.com/office/officeart/2018/2/layout/IconVerticalSolidList"/>
    <dgm:cxn modelId="{0F9A05F0-9D3E-4255-99D1-F2331880081D}" type="presParOf" srcId="{5B835080-6FEF-435F-8892-B64AB4C977FE}" destId="{42E6B80B-36AC-442A-B705-31E021F2A9FF}" srcOrd="2" destOrd="0" presId="urn:microsoft.com/office/officeart/2018/2/layout/IconVerticalSolidList"/>
    <dgm:cxn modelId="{0288FF58-0BED-4642-B0AA-9892AEC68937}" type="presParOf" srcId="{42E6B80B-36AC-442A-B705-31E021F2A9FF}" destId="{33DBACD4-7744-41CC-82BD-386F548CB2D2}" srcOrd="0" destOrd="0" presId="urn:microsoft.com/office/officeart/2018/2/layout/IconVerticalSolidList"/>
    <dgm:cxn modelId="{3766364B-1550-4322-B464-957A22DFCB2B}" type="presParOf" srcId="{42E6B80B-36AC-442A-B705-31E021F2A9FF}" destId="{ACA78C90-847E-4EDF-8F89-FF4B7D8752CD}" srcOrd="1" destOrd="0" presId="urn:microsoft.com/office/officeart/2018/2/layout/IconVerticalSolidList"/>
    <dgm:cxn modelId="{6A76A9A6-8408-48DF-90E7-3D776DD56635}" type="presParOf" srcId="{42E6B80B-36AC-442A-B705-31E021F2A9FF}" destId="{60E47DAA-29A5-4903-99B6-A314994EC5F4}" srcOrd="2" destOrd="0" presId="urn:microsoft.com/office/officeart/2018/2/layout/IconVerticalSolidList"/>
    <dgm:cxn modelId="{E7822CD7-35BD-4B2F-B0EC-4914974ADD63}" type="presParOf" srcId="{42E6B80B-36AC-442A-B705-31E021F2A9FF}" destId="{A5780699-A432-4CC4-93A5-4707C6A6121A}" srcOrd="3" destOrd="0" presId="urn:microsoft.com/office/officeart/2018/2/layout/IconVerticalSolidList"/>
    <dgm:cxn modelId="{B2B88FB6-31CD-474F-AC0A-61A194CAB081}" type="presParOf" srcId="{5B835080-6FEF-435F-8892-B64AB4C977FE}" destId="{DBF83F7E-033C-4A80-B8E7-1E2E8C8F78A6}" srcOrd="3" destOrd="0" presId="urn:microsoft.com/office/officeart/2018/2/layout/IconVerticalSolidList"/>
    <dgm:cxn modelId="{AEF16AC0-0880-4EF2-992A-66AA45206E76}" type="presParOf" srcId="{5B835080-6FEF-435F-8892-B64AB4C977FE}" destId="{36534189-CAD2-4DC2-8630-7ABC98797829}" srcOrd="4" destOrd="0" presId="urn:microsoft.com/office/officeart/2018/2/layout/IconVerticalSolidList"/>
    <dgm:cxn modelId="{98E0E66F-D4D3-4B26-AF32-18B327FB5B0A}" type="presParOf" srcId="{36534189-CAD2-4DC2-8630-7ABC98797829}" destId="{AE21D417-4F82-45F2-99F6-E95DC27A1D10}" srcOrd="0" destOrd="0" presId="urn:microsoft.com/office/officeart/2018/2/layout/IconVerticalSolidList"/>
    <dgm:cxn modelId="{114F1B15-B535-4539-9CF3-17C18817E3B7}" type="presParOf" srcId="{36534189-CAD2-4DC2-8630-7ABC98797829}" destId="{E0B325EC-E51A-43FE-96A1-0FBDE5FA5AB8}" srcOrd="1" destOrd="0" presId="urn:microsoft.com/office/officeart/2018/2/layout/IconVerticalSolidList"/>
    <dgm:cxn modelId="{0404458B-2338-47E8-BA79-CDBA9E7E99BC}" type="presParOf" srcId="{36534189-CAD2-4DC2-8630-7ABC98797829}" destId="{54CCF23E-27E7-4587-9664-A08E182CCB50}" srcOrd="2" destOrd="0" presId="urn:microsoft.com/office/officeart/2018/2/layout/IconVerticalSolidList"/>
    <dgm:cxn modelId="{0E4D9AB9-9ADE-42C1-B447-FADE3511CF8F}" type="presParOf" srcId="{36534189-CAD2-4DC2-8630-7ABC98797829}" destId="{14D761A9-0054-4D47-84C2-849F5982F6C3}" srcOrd="3" destOrd="0" presId="urn:microsoft.com/office/officeart/2018/2/layout/IconVerticalSolidList"/>
    <dgm:cxn modelId="{AB6BAC22-AE30-4D98-9E41-B25F0D6017C8}" type="presParOf" srcId="{5B835080-6FEF-435F-8892-B64AB4C977FE}" destId="{EF4A3CD4-A91F-46D4-BF6A-4E99AE14E939}" srcOrd="5" destOrd="0" presId="urn:microsoft.com/office/officeart/2018/2/layout/IconVerticalSolidList"/>
    <dgm:cxn modelId="{3C0BD168-39BC-41D0-B109-A1066C1EBC83}" type="presParOf" srcId="{5B835080-6FEF-435F-8892-B64AB4C977FE}" destId="{180D2E4D-4623-411F-8A94-A4D9D4D84510}" srcOrd="6" destOrd="0" presId="urn:microsoft.com/office/officeart/2018/2/layout/IconVerticalSolidList"/>
    <dgm:cxn modelId="{326B8823-4FE5-40A2-B3C0-CCBAD9C06793}" type="presParOf" srcId="{180D2E4D-4623-411F-8A94-A4D9D4D84510}" destId="{1D59652A-FA14-4D7E-93B6-96A1BC2BEB3A}" srcOrd="0" destOrd="0" presId="urn:microsoft.com/office/officeart/2018/2/layout/IconVerticalSolidList"/>
    <dgm:cxn modelId="{131A0BD1-652F-4484-9918-18F5B609B44D}" type="presParOf" srcId="{180D2E4D-4623-411F-8A94-A4D9D4D84510}" destId="{3A84516B-F36F-4B82-901A-729D3009D9DC}" srcOrd="1" destOrd="0" presId="urn:microsoft.com/office/officeart/2018/2/layout/IconVerticalSolidList"/>
    <dgm:cxn modelId="{87A42F9F-475C-4628-84C4-B8C3B501CDD8}" type="presParOf" srcId="{180D2E4D-4623-411F-8A94-A4D9D4D84510}" destId="{0B8CDAFF-EBC3-4FD9-9E56-B25E4558331A}" srcOrd="2" destOrd="0" presId="urn:microsoft.com/office/officeart/2018/2/layout/IconVerticalSolidList"/>
    <dgm:cxn modelId="{F0FF73AB-26FC-4456-8F76-CAAD69A74298}" type="presParOf" srcId="{180D2E4D-4623-411F-8A94-A4D9D4D84510}" destId="{46213559-B6E6-4C18-B202-3A2F022357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275AC7-E046-42AC-A72B-C2F50CFC5397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857AC63-57C6-4983-9A9A-DBFEC43E7CF8}">
      <dgm:prSet/>
      <dgm:spPr/>
      <dgm:t>
        <a:bodyPr/>
        <a:lstStyle/>
        <a:p>
          <a:r>
            <a:rPr lang="en-US"/>
            <a:t>WeighLink Automation System provides:</a:t>
          </a:r>
        </a:p>
      </dgm:t>
    </dgm:pt>
    <dgm:pt modelId="{347E3A9B-22F2-4151-8996-0B920F2CAB06}" type="parTrans" cxnId="{D5C38A13-CF10-4CFA-8CD2-7CF0F3237243}">
      <dgm:prSet/>
      <dgm:spPr/>
      <dgm:t>
        <a:bodyPr/>
        <a:lstStyle/>
        <a:p>
          <a:endParaRPr lang="en-US"/>
        </a:p>
      </dgm:t>
    </dgm:pt>
    <dgm:pt modelId="{90D9F7C8-4E62-4940-ACB6-E7705B84E7B4}" type="sibTrans" cxnId="{D5C38A13-CF10-4CFA-8CD2-7CF0F3237243}">
      <dgm:prSet/>
      <dgm:spPr/>
      <dgm:t>
        <a:bodyPr/>
        <a:lstStyle/>
        <a:p>
          <a:endParaRPr lang="en-US"/>
        </a:p>
      </dgm:t>
    </dgm:pt>
    <dgm:pt modelId="{41AC197C-73C1-45DE-8CA9-8B74D7B5E4C4}">
      <dgm:prSet/>
      <dgm:spPr/>
      <dgm:t>
        <a:bodyPr/>
        <a:lstStyle/>
        <a:p>
          <a:r>
            <a:rPr lang="en-US"/>
            <a:t>- Automated Bluetooth scale data capture</a:t>
          </a:r>
        </a:p>
      </dgm:t>
    </dgm:pt>
    <dgm:pt modelId="{0B18DC32-EF40-4A24-82FE-14EC9A7B497E}" type="parTrans" cxnId="{9D74F606-2641-43A2-BC9C-124F29A0C9D7}">
      <dgm:prSet/>
      <dgm:spPr/>
      <dgm:t>
        <a:bodyPr/>
        <a:lstStyle/>
        <a:p>
          <a:endParaRPr lang="en-US"/>
        </a:p>
      </dgm:t>
    </dgm:pt>
    <dgm:pt modelId="{BB1D9403-3BA1-4B53-B252-81154FDEB5F7}" type="sibTrans" cxnId="{9D74F606-2641-43A2-BC9C-124F29A0C9D7}">
      <dgm:prSet/>
      <dgm:spPr/>
      <dgm:t>
        <a:bodyPr/>
        <a:lstStyle/>
        <a:p>
          <a:endParaRPr lang="en-US"/>
        </a:p>
      </dgm:t>
    </dgm:pt>
    <dgm:pt modelId="{6A538F35-C1B6-49D7-9DBC-4FBA42E154A9}">
      <dgm:prSet/>
      <dgm:spPr/>
      <dgm:t>
        <a:bodyPr/>
        <a:lstStyle/>
        <a:p>
          <a:r>
            <a:rPr lang="en-US"/>
            <a:t>- Python-based middleware</a:t>
          </a:r>
        </a:p>
      </dgm:t>
    </dgm:pt>
    <dgm:pt modelId="{118CC2BD-0F91-4B8E-B460-82F247767803}" type="parTrans" cxnId="{656A3D0D-953A-4104-A9D4-8ADE0FCC5FA2}">
      <dgm:prSet/>
      <dgm:spPr/>
      <dgm:t>
        <a:bodyPr/>
        <a:lstStyle/>
        <a:p>
          <a:endParaRPr lang="en-US"/>
        </a:p>
      </dgm:t>
    </dgm:pt>
    <dgm:pt modelId="{53104DC6-227E-4925-BA88-7EFF10A32BB5}" type="sibTrans" cxnId="{656A3D0D-953A-4104-A9D4-8ADE0FCC5FA2}">
      <dgm:prSet/>
      <dgm:spPr/>
      <dgm:t>
        <a:bodyPr/>
        <a:lstStyle/>
        <a:p>
          <a:endParaRPr lang="en-US"/>
        </a:p>
      </dgm:t>
    </dgm:pt>
    <dgm:pt modelId="{A79B307E-FF12-42A6-A68C-05236FC95AD5}">
      <dgm:prSet/>
      <dgm:spPr/>
      <dgm:t>
        <a:bodyPr/>
        <a:lstStyle/>
        <a:p>
          <a:r>
            <a:rPr lang="en-US"/>
            <a:t>- Real-time upload to Google Sheets</a:t>
          </a:r>
        </a:p>
      </dgm:t>
    </dgm:pt>
    <dgm:pt modelId="{3E8A38FC-BB6E-41A1-9A61-A3F07EC7D73B}" type="parTrans" cxnId="{93C6E61C-E548-4B91-93CD-7A2485DF2C6E}">
      <dgm:prSet/>
      <dgm:spPr/>
      <dgm:t>
        <a:bodyPr/>
        <a:lstStyle/>
        <a:p>
          <a:endParaRPr lang="en-US"/>
        </a:p>
      </dgm:t>
    </dgm:pt>
    <dgm:pt modelId="{8FDC88F2-76F5-4858-A78F-EA2CDDAEEAC9}" type="sibTrans" cxnId="{93C6E61C-E548-4B91-93CD-7A2485DF2C6E}">
      <dgm:prSet/>
      <dgm:spPr/>
      <dgm:t>
        <a:bodyPr/>
        <a:lstStyle/>
        <a:p>
          <a:endParaRPr lang="en-US"/>
        </a:p>
      </dgm:t>
    </dgm:pt>
    <dgm:pt modelId="{6FFC98DE-A04C-4A02-9002-8F01B49672C6}">
      <dgm:prSet/>
      <dgm:spPr/>
      <dgm:t>
        <a:bodyPr/>
        <a:lstStyle/>
        <a:p>
          <a:r>
            <a:rPr lang="en-US"/>
            <a:t>- Eliminates manual entry and improves accuracy</a:t>
          </a:r>
        </a:p>
      </dgm:t>
    </dgm:pt>
    <dgm:pt modelId="{895CFEC6-7AE3-42FF-ADA8-F83A4AF8D2B0}" type="parTrans" cxnId="{B554672B-4807-4DF0-9132-73254EEA8B61}">
      <dgm:prSet/>
      <dgm:spPr/>
      <dgm:t>
        <a:bodyPr/>
        <a:lstStyle/>
        <a:p>
          <a:endParaRPr lang="en-US"/>
        </a:p>
      </dgm:t>
    </dgm:pt>
    <dgm:pt modelId="{65E845D4-38E7-47F3-BD47-0CB7F7EDC3C1}" type="sibTrans" cxnId="{B554672B-4807-4DF0-9132-73254EEA8B61}">
      <dgm:prSet/>
      <dgm:spPr/>
      <dgm:t>
        <a:bodyPr/>
        <a:lstStyle/>
        <a:p>
          <a:endParaRPr lang="en-US"/>
        </a:p>
      </dgm:t>
    </dgm:pt>
    <dgm:pt modelId="{594D0381-64B3-4348-BA20-8AED97FC1D26}" type="pres">
      <dgm:prSet presAssocID="{87275AC7-E046-42AC-A72B-C2F50CFC5397}" presName="vert0" presStyleCnt="0">
        <dgm:presLayoutVars>
          <dgm:dir/>
          <dgm:animOne val="branch"/>
          <dgm:animLvl val="lvl"/>
        </dgm:presLayoutVars>
      </dgm:prSet>
      <dgm:spPr/>
    </dgm:pt>
    <dgm:pt modelId="{BAC85613-EC28-4DA9-B0DB-BC9A812FE991}" type="pres">
      <dgm:prSet presAssocID="{3857AC63-57C6-4983-9A9A-DBFEC43E7CF8}" presName="thickLine" presStyleLbl="alignNode1" presStyleIdx="0" presStyleCnt="5"/>
      <dgm:spPr/>
    </dgm:pt>
    <dgm:pt modelId="{98EA5683-9362-436D-B9A7-918B83554E71}" type="pres">
      <dgm:prSet presAssocID="{3857AC63-57C6-4983-9A9A-DBFEC43E7CF8}" presName="horz1" presStyleCnt="0"/>
      <dgm:spPr/>
    </dgm:pt>
    <dgm:pt modelId="{8D0B3B48-B1F9-4ED6-9EE2-DF03450D832A}" type="pres">
      <dgm:prSet presAssocID="{3857AC63-57C6-4983-9A9A-DBFEC43E7CF8}" presName="tx1" presStyleLbl="revTx" presStyleIdx="0" presStyleCnt="5"/>
      <dgm:spPr/>
    </dgm:pt>
    <dgm:pt modelId="{D7088C47-E477-45F4-A9F2-2B3BD169E806}" type="pres">
      <dgm:prSet presAssocID="{3857AC63-57C6-4983-9A9A-DBFEC43E7CF8}" presName="vert1" presStyleCnt="0"/>
      <dgm:spPr/>
    </dgm:pt>
    <dgm:pt modelId="{88C6E153-B875-4224-AABC-380368471215}" type="pres">
      <dgm:prSet presAssocID="{41AC197C-73C1-45DE-8CA9-8B74D7B5E4C4}" presName="thickLine" presStyleLbl="alignNode1" presStyleIdx="1" presStyleCnt="5"/>
      <dgm:spPr/>
    </dgm:pt>
    <dgm:pt modelId="{C56C76C8-4902-41AB-8F8E-17D1B518E5CE}" type="pres">
      <dgm:prSet presAssocID="{41AC197C-73C1-45DE-8CA9-8B74D7B5E4C4}" presName="horz1" presStyleCnt="0"/>
      <dgm:spPr/>
    </dgm:pt>
    <dgm:pt modelId="{6FC699B1-0C4F-4AB7-A831-2995AA722797}" type="pres">
      <dgm:prSet presAssocID="{41AC197C-73C1-45DE-8CA9-8B74D7B5E4C4}" presName="tx1" presStyleLbl="revTx" presStyleIdx="1" presStyleCnt="5"/>
      <dgm:spPr/>
    </dgm:pt>
    <dgm:pt modelId="{66012822-1555-4095-8FC3-28876D4FC2C3}" type="pres">
      <dgm:prSet presAssocID="{41AC197C-73C1-45DE-8CA9-8B74D7B5E4C4}" presName="vert1" presStyleCnt="0"/>
      <dgm:spPr/>
    </dgm:pt>
    <dgm:pt modelId="{3ED24AA5-69B7-4B88-946C-EC56FB8CD61D}" type="pres">
      <dgm:prSet presAssocID="{6A538F35-C1B6-49D7-9DBC-4FBA42E154A9}" presName="thickLine" presStyleLbl="alignNode1" presStyleIdx="2" presStyleCnt="5"/>
      <dgm:spPr/>
    </dgm:pt>
    <dgm:pt modelId="{317265E6-9107-4121-9FBB-E0F8ED7690D5}" type="pres">
      <dgm:prSet presAssocID="{6A538F35-C1B6-49D7-9DBC-4FBA42E154A9}" presName="horz1" presStyleCnt="0"/>
      <dgm:spPr/>
    </dgm:pt>
    <dgm:pt modelId="{5724C66F-D78C-4309-A861-C28297796BAD}" type="pres">
      <dgm:prSet presAssocID="{6A538F35-C1B6-49D7-9DBC-4FBA42E154A9}" presName="tx1" presStyleLbl="revTx" presStyleIdx="2" presStyleCnt="5"/>
      <dgm:spPr/>
    </dgm:pt>
    <dgm:pt modelId="{82752A17-72F9-4ABA-9203-393DA352CCB5}" type="pres">
      <dgm:prSet presAssocID="{6A538F35-C1B6-49D7-9DBC-4FBA42E154A9}" presName="vert1" presStyleCnt="0"/>
      <dgm:spPr/>
    </dgm:pt>
    <dgm:pt modelId="{46785529-464A-4620-9004-627522308AFF}" type="pres">
      <dgm:prSet presAssocID="{A79B307E-FF12-42A6-A68C-05236FC95AD5}" presName="thickLine" presStyleLbl="alignNode1" presStyleIdx="3" presStyleCnt="5"/>
      <dgm:spPr/>
    </dgm:pt>
    <dgm:pt modelId="{6AA08247-9EB5-48A3-A811-30BFCD4C6E48}" type="pres">
      <dgm:prSet presAssocID="{A79B307E-FF12-42A6-A68C-05236FC95AD5}" presName="horz1" presStyleCnt="0"/>
      <dgm:spPr/>
    </dgm:pt>
    <dgm:pt modelId="{08A5D4C7-623E-4EC5-B0F4-8FAFB1E20E61}" type="pres">
      <dgm:prSet presAssocID="{A79B307E-FF12-42A6-A68C-05236FC95AD5}" presName="tx1" presStyleLbl="revTx" presStyleIdx="3" presStyleCnt="5"/>
      <dgm:spPr/>
    </dgm:pt>
    <dgm:pt modelId="{9BAFE2B7-7EE0-437E-9425-DF58C22CAB50}" type="pres">
      <dgm:prSet presAssocID="{A79B307E-FF12-42A6-A68C-05236FC95AD5}" presName="vert1" presStyleCnt="0"/>
      <dgm:spPr/>
    </dgm:pt>
    <dgm:pt modelId="{CD9A5F68-C5EB-4B41-91F2-589BD71D1505}" type="pres">
      <dgm:prSet presAssocID="{6FFC98DE-A04C-4A02-9002-8F01B49672C6}" presName="thickLine" presStyleLbl="alignNode1" presStyleIdx="4" presStyleCnt="5"/>
      <dgm:spPr/>
    </dgm:pt>
    <dgm:pt modelId="{08209C10-2B34-40CF-84ED-FC3605759D91}" type="pres">
      <dgm:prSet presAssocID="{6FFC98DE-A04C-4A02-9002-8F01B49672C6}" presName="horz1" presStyleCnt="0"/>
      <dgm:spPr/>
    </dgm:pt>
    <dgm:pt modelId="{36DA95E8-4B37-449F-AE28-40A0F6ED80C9}" type="pres">
      <dgm:prSet presAssocID="{6FFC98DE-A04C-4A02-9002-8F01B49672C6}" presName="tx1" presStyleLbl="revTx" presStyleIdx="4" presStyleCnt="5"/>
      <dgm:spPr/>
    </dgm:pt>
    <dgm:pt modelId="{726F11F1-C238-4EDA-A16B-028ACDA27766}" type="pres">
      <dgm:prSet presAssocID="{6FFC98DE-A04C-4A02-9002-8F01B49672C6}" presName="vert1" presStyleCnt="0"/>
      <dgm:spPr/>
    </dgm:pt>
  </dgm:ptLst>
  <dgm:cxnLst>
    <dgm:cxn modelId="{9D74F606-2641-43A2-BC9C-124F29A0C9D7}" srcId="{87275AC7-E046-42AC-A72B-C2F50CFC5397}" destId="{41AC197C-73C1-45DE-8CA9-8B74D7B5E4C4}" srcOrd="1" destOrd="0" parTransId="{0B18DC32-EF40-4A24-82FE-14EC9A7B497E}" sibTransId="{BB1D9403-3BA1-4B53-B252-81154FDEB5F7}"/>
    <dgm:cxn modelId="{656A3D0D-953A-4104-A9D4-8ADE0FCC5FA2}" srcId="{87275AC7-E046-42AC-A72B-C2F50CFC5397}" destId="{6A538F35-C1B6-49D7-9DBC-4FBA42E154A9}" srcOrd="2" destOrd="0" parTransId="{118CC2BD-0F91-4B8E-B460-82F247767803}" sibTransId="{53104DC6-227E-4925-BA88-7EFF10A32BB5}"/>
    <dgm:cxn modelId="{D5C38A13-CF10-4CFA-8CD2-7CF0F3237243}" srcId="{87275AC7-E046-42AC-A72B-C2F50CFC5397}" destId="{3857AC63-57C6-4983-9A9A-DBFEC43E7CF8}" srcOrd="0" destOrd="0" parTransId="{347E3A9B-22F2-4151-8996-0B920F2CAB06}" sibTransId="{90D9F7C8-4E62-4940-ACB6-E7705B84E7B4}"/>
    <dgm:cxn modelId="{93C6E61C-E548-4B91-93CD-7A2485DF2C6E}" srcId="{87275AC7-E046-42AC-A72B-C2F50CFC5397}" destId="{A79B307E-FF12-42A6-A68C-05236FC95AD5}" srcOrd="3" destOrd="0" parTransId="{3E8A38FC-BB6E-41A1-9A61-A3F07EC7D73B}" sibTransId="{8FDC88F2-76F5-4858-A78F-EA2CDDAEEAC9}"/>
    <dgm:cxn modelId="{B554672B-4807-4DF0-9132-73254EEA8B61}" srcId="{87275AC7-E046-42AC-A72B-C2F50CFC5397}" destId="{6FFC98DE-A04C-4A02-9002-8F01B49672C6}" srcOrd="4" destOrd="0" parTransId="{895CFEC6-7AE3-42FF-ADA8-F83A4AF8D2B0}" sibTransId="{65E845D4-38E7-47F3-BD47-0CB7F7EDC3C1}"/>
    <dgm:cxn modelId="{A06E1532-A748-4A79-8061-FA423865316C}" type="presOf" srcId="{41AC197C-73C1-45DE-8CA9-8B74D7B5E4C4}" destId="{6FC699B1-0C4F-4AB7-A831-2995AA722797}" srcOrd="0" destOrd="0" presId="urn:microsoft.com/office/officeart/2008/layout/LinedList"/>
    <dgm:cxn modelId="{ACBADC58-D479-4A9E-94EF-04D244C467F8}" type="presOf" srcId="{A79B307E-FF12-42A6-A68C-05236FC95AD5}" destId="{08A5D4C7-623E-4EC5-B0F4-8FAFB1E20E61}" srcOrd="0" destOrd="0" presId="urn:microsoft.com/office/officeart/2008/layout/LinedList"/>
    <dgm:cxn modelId="{602F1D79-288D-4CA2-B6FC-938549BB15FF}" type="presOf" srcId="{6A538F35-C1B6-49D7-9DBC-4FBA42E154A9}" destId="{5724C66F-D78C-4309-A861-C28297796BAD}" srcOrd="0" destOrd="0" presId="urn:microsoft.com/office/officeart/2008/layout/LinedList"/>
    <dgm:cxn modelId="{1797A8AA-21C5-498D-AE4A-600A9F8D25C7}" type="presOf" srcId="{87275AC7-E046-42AC-A72B-C2F50CFC5397}" destId="{594D0381-64B3-4348-BA20-8AED97FC1D26}" srcOrd="0" destOrd="0" presId="urn:microsoft.com/office/officeart/2008/layout/LinedList"/>
    <dgm:cxn modelId="{4868DCB5-1960-44CE-9773-378B390CB80B}" type="presOf" srcId="{3857AC63-57C6-4983-9A9A-DBFEC43E7CF8}" destId="{8D0B3B48-B1F9-4ED6-9EE2-DF03450D832A}" srcOrd="0" destOrd="0" presId="urn:microsoft.com/office/officeart/2008/layout/LinedList"/>
    <dgm:cxn modelId="{96ADC9DB-A3B6-4F69-A08D-A5E0CB76DBC6}" type="presOf" srcId="{6FFC98DE-A04C-4A02-9002-8F01B49672C6}" destId="{36DA95E8-4B37-449F-AE28-40A0F6ED80C9}" srcOrd="0" destOrd="0" presId="urn:microsoft.com/office/officeart/2008/layout/LinedList"/>
    <dgm:cxn modelId="{AD923B47-7C85-4B19-A3BB-0DC15DA76DCE}" type="presParOf" srcId="{594D0381-64B3-4348-BA20-8AED97FC1D26}" destId="{BAC85613-EC28-4DA9-B0DB-BC9A812FE991}" srcOrd="0" destOrd="0" presId="urn:microsoft.com/office/officeart/2008/layout/LinedList"/>
    <dgm:cxn modelId="{032F1084-3742-4C9A-B365-A73EEA156366}" type="presParOf" srcId="{594D0381-64B3-4348-BA20-8AED97FC1D26}" destId="{98EA5683-9362-436D-B9A7-918B83554E71}" srcOrd="1" destOrd="0" presId="urn:microsoft.com/office/officeart/2008/layout/LinedList"/>
    <dgm:cxn modelId="{95FBB71C-85BB-4BD8-B5A7-209451E18C1D}" type="presParOf" srcId="{98EA5683-9362-436D-B9A7-918B83554E71}" destId="{8D0B3B48-B1F9-4ED6-9EE2-DF03450D832A}" srcOrd="0" destOrd="0" presId="urn:microsoft.com/office/officeart/2008/layout/LinedList"/>
    <dgm:cxn modelId="{A39A7614-E6BD-41D1-B12E-A22727497451}" type="presParOf" srcId="{98EA5683-9362-436D-B9A7-918B83554E71}" destId="{D7088C47-E477-45F4-A9F2-2B3BD169E806}" srcOrd="1" destOrd="0" presId="urn:microsoft.com/office/officeart/2008/layout/LinedList"/>
    <dgm:cxn modelId="{30BF217C-5741-4777-8625-EA0BB94AFB99}" type="presParOf" srcId="{594D0381-64B3-4348-BA20-8AED97FC1D26}" destId="{88C6E153-B875-4224-AABC-380368471215}" srcOrd="2" destOrd="0" presId="urn:microsoft.com/office/officeart/2008/layout/LinedList"/>
    <dgm:cxn modelId="{DF4DF6DD-3331-4B4B-9A3D-A24F939B9D24}" type="presParOf" srcId="{594D0381-64B3-4348-BA20-8AED97FC1D26}" destId="{C56C76C8-4902-41AB-8F8E-17D1B518E5CE}" srcOrd="3" destOrd="0" presId="urn:microsoft.com/office/officeart/2008/layout/LinedList"/>
    <dgm:cxn modelId="{EA472932-32AB-4F8D-B003-832171EAC3AA}" type="presParOf" srcId="{C56C76C8-4902-41AB-8F8E-17D1B518E5CE}" destId="{6FC699B1-0C4F-4AB7-A831-2995AA722797}" srcOrd="0" destOrd="0" presId="urn:microsoft.com/office/officeart/2008/layout/LinedList"/>
    <dgm:cxn modelId="{92444B3C-B05F-4528-88DA-F535056742D8}" type="presParOf" srcId="{C56C76C8-4902-41AB-8F8E-17D1B518E5CE}" destId="{66012822-1555-4095-8FC3-28876D4FC2C3}" srcOrd="1" destOrd="0" presId="urn:microsoft.com/office/officeart/2008/layout/LinedList"/>
    <dgm:cxn modelId="{B792201B-A2AE-46A1-AABC-D27DF5B91AC6}" type="presParOf" srcId="{594D0381-64B3-4348-BA20-8AED97FC1D26}" destId="{3ED24AA5-69B7-4B88-946C-EC56FB8CD61D}" srcOrd="4" destOrd="0" presId="urn:microsoft.com/office/officeart/2008/layout/LinedList"/>
    <dgm:cxn modelId="{C6D76780-AEC1-45E3-B20A-A494656FDE22}" type="presParOf" srcId="{594D0381-64B3-4348-BA20-8AED97FC1D26}" destId="{317265E6-9107-4121-9FBB-E0F8ED7690D5}" srcOrd="5" destOrd="0" presId="urn:microsoft.com/office/officeart/2008/layout/LinedList"/>
    <dgm:cxn modelId="{CB76B5CE-D572-4A43-9B75-791BFA572B30}" type="presParOf" srcId="{317265E6-9107-4121-9FBB-E0F8ED7690D5}" destId="{5724C66F-D78C-4309-A861-C28297796BAD}" srcOrd="0" destOrd="0" presId="urn:microsoft.com/office/officeart/2008/layout/LinedList"/>
    <dgm:cxn modelId="{7F78B830-8370-479C-AD9D-7D69C94D7F65}" type="presParOf" srcId="{317265E6-9107-4121-9FBB-E0F8ED7690D5}" destId="{82752A17-72F9-4ABA-9203-393DA352CCB5}" srcOrd="1" destOrd="0" presId="urn:microsoft.com/office/officeart/2008/layout/LinedList"/>
    <dgm:cxn modelId="{97A2B939-E7C4-481C-A168-D817159660DF}" type="presParOf" srcId="{594D0381-64B3-4348-BA20-8AED97FC1D26}" destId="{46785529-464A-4620-9004-627522308AFF}" srcOrd="6" destOrd="0" presId="urn:microsoft.com/office/officeart/2008/layout/LinedList"/>
    <dgm:cxn modelId="{6A86B07D-5651-4A63-A415-45C0F5457B9D}" type="presParOf" srcId="{594D0381-64B3-4348-BA20-8AED97FC1D26}" destId="{6AA08247-9EB5-48A3-A811-30BFCD4C6E48}" srcOrd="7" destOrd="0" presId="urn:microsoft.com/office/officeart/2008/layout/LinedList"/>
    <dgm:cxn modelId="{6B281393-2C7E-44F2-9731-7F1B0C2AB942}" type="presParOf" srcId="{6AA08247-9EB5-48A3-A811-30BFCD4C6E48}" destId="{08A5D4C7-623E-4EC5-B0F4-8FAFB1E20E61}" srcOrd="0" destOrd="0" presId="urn:microsoft.com/office/officeart/2008/layout/LinedList"/>
    <dgm:cxn modelId="{8B3769DF-DE12-44D9-BA6A-67DB5BAE7BA8}" type="presParOf" srcId="{6AA08247-9EB5-48A3-A811-30BFCD4C6E48}" destId="{9BAFE2B7-7EE0-437E-9425-DF58C22CAB50}" srcOrd="1" destOrd="0" presId="urn:microsoft.com/office/officeart/2008/layout/LinedList"/>
    <dgm:cxn modelId="{45FED574-7ABC-4B45-A33F-03EF666F03E3}" type="presParOf" srcId="{594D0381-64B3-4348-BA20-8AED97FC1D26}" destId="{CD9A5F68-C5EB-4B41-91F2-589BD71D1505}" srcOrd="8" destOrd="0" presId="urn:microsoft.com/office/officeart/2008/layout/LinedList"/>
    <dgm:cxn modelId="{36880B57-9569-4A2A-9384-EDD76FDA721F}" type="presParOf" srcId="{594D0381-64B3-4348-BA20-8AED97FC1D26}" destId="{08209C10-2B34-40CF-84ED-FC3605759D91}" srcOrd="9" destOrd="0" presId="urn:microsoft.com/office/officeart/2008/layout/LinedList"/>
    <dgm:cxn modelId="{ED086C93-9F28-4EAF-9306-94FB71C4F25A}" type="presParOf" srcId="{08209C10-2B34-40CF-84ED-FC3605759D91}" destId="{36DA95E8-4B37-449F-AE28-40A0F6ED80C9}" srcOrd="0" destOrd="0" presId="urn:microsoft.com/office/officeart/2008/layout/LinedList"/>
    <dgm:cxn modelId="{714826DB-E093-4A1C-9FB2-09D24C991224}" type="presParOf" srcId="{08209C10-2B34-40CF-84ED-FC3605759D91}" destId="{726F11F1-C238-4EDA-A16B-028ACDA277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07854D-5E92-44B8-98C5-C1033B3D4E92}" type="doc">
      <dgm:prSet loTypeId="urn:microsoft.com/office/officeart/2005/8/layout/vProcess5" loCatId="process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D9BCA7B-D35F-4E9E-88CA-DB0659804BE1}">
      <dgm:prSet/>
      <dgm:spPr/>
      <dgm:t>
        <a:bodyPr/>
        <a:lstStyle/>
        <a:p>
          <a:r>
            <a:rPr lang="en-US"/>
            <a:t>1. Bluetooth-enabled scale sends weight.</a:t>
          </a:r>
        </a:p>
      </dgm:t>
    </dgm:pt>
    <dgm:pt modelId="{6BC6A3EB-50DB-4FF0-9FB6-2EF1DBECAD8A}" type="parTrans" cxnId="{D972735D-3FA0-4173-82DE-2D3F39BE3238}">
      <dgm:prSet/>
      <dgm:spPr/>
      <dgm:t>
        <a:bodyPr/>
        <a:lstStyle/>
        <a:p>
          <a:endParaRPr lang="en-US"/>
        </a:p>
      </dgm:t>
    </dgm:pt>
    <dgm:pt modelId="{0F9A0EB2-EFDB-4F59-943F-05B2AC7D1EB9}" type="sibTrans" cxnId="{D972735D-3FA0-4173-82DE-2D3F39BE3238}">
      <dgm:prSet/>
      <dgm:spPr/>
      <dgm:t>
        <a:bodyPr/>
        <a:lstStyle/>
        <a:p>
          <a:endParaRPr lang="en-US"/>
        </a:p>
      </dgm:t>
    </dgm:pt>
    <dgm:pt modelId="{7D922C83-58E7-47E3-B3CC-B99B154F9AC0}">
      <dgm:prSet/>
      <dgm:spPr/>
      <dgm:t>
        <a:bodyPr/>
        <a:lstStyle/>
        <a:p>
          <a:r>
            <a:rPr lang="en-US"/>
            <a:t>2. Python script receives and processes data.</a:t>
          </a:r>
        </a:p>
      </dgm:t>
    </dgm:pt>
    <dgm:pt modelId="{B666E368-AFC6-4037-9EB8-5D92A63C3EFC}" type="parTrans" cxnId="{CFB40029-72FB-4D47-A417-3D35FF32569A}">
      <dgm:prSet/>
      <dgm:spPr/>
      <dgm:t>
        <a:bodyPr/>
        <a:lstStyle/>
        <a:p>
          <a:endParaRPr lang="en-US"/>
        </a:p>
      </dgm:t>
    </dgm:pt>
    <dgm:pt modelId="{30441E95-70BC-488D-BF97-F226D783AE08}" type="sibTrans" cxnId="{CFB40029-72FB-4D47-A417-3D35FF32569A}">
      <dgm:prSet/>
      <dgm:spPr/>
      <dgm:t>
        <a:bodyPr/>
        <a:lstStyle/>
        <a:p>
          <a:endParaRPr lang="en-US"/>
        </a:p>
      </dgm:t>
    </dgm:pt>
    <dgm:pt modelId="{E5124AEC-CF0E-4893-A81B-403F3F2CC6C8}">
      <dgm:prSet/>
      <dgm:spPr/>
      <dgm:t>
        <a:bodyPr/>
        <a:lstStyle/>
        <a:p>
          <a:r>
            <a:rPr lang="en-US"/>
            <a:t>3. Data is appended automatically to Google Sheets.</a:t>
          </a:r>
        </a:p>
      </dgm:t>
    </dgm:pt>
    <dgm:pt modelId="{78060766-ED55-4411-A00F-678F7FF7946F}" type="parTrans" cxnId="{8428F837-86D1-42EA-8C20-4BBB32578143}">
      <dgm:prSet/>
      <dgm:spPr/>
      <dgm:t>
        <a:bodyPr/>
        <a:lstStyle/>
        <a:p>
          <a:endParaRPr lang="en-US"/>
        </a:p>
      </dgm:t>
    </dgm:pt>
    <dgm:pt modelId="{58F36090-FA2E-4949-8C3D-0F7E85C8990F}" type="sibTrans" cxnId="{8428F837-86D1-42EA-8C20-4BBB32578143}">
      <dgm:prSet/>
      <dgm:spPr/>
      <dgm:t>
        <a:bodyPr/>
        <a:lstStyle/>
        <a:p>
          <a:endParaRPr lang="en-US"/>
        </a:p>
      </dgm:t>
    </dgm:pt>
    <dgm:pt modelId="{B3113ECE-8453-444D-B07D-9407C69E5E65}">
      <dgm:prSet/>
      <dgm:spPr/>
      <dgm:t>
        <a:bodyPr/>
        <a:lstStyle/>
        <a:p>
          <a:r>
            <a:rPr lang="en-US"/>
            <a:t>4. Users monitor weight logs from any device.</a:t>
          </a:r>
        </a:p>
      </dgm:t>
    </dgm:pt>
    <dgm:pt modelId="{F8869767-6F2B-404F-B9DA-5915696DFC26}" type="parTrans" cxnId="{898F60FF-C567-436F-B0D9-350BD8A68916}">
      <dgm:prSet/>
      <dgm:spPr/>
      <dgm:t>
        <a:bodyPr/>
        <a:lstStyle/>
        <a:p>
          <a:endParaRPr lang="en-US"/>
        </a:p>
      </dgm:t>
    </dgm:pt>
    <dgm:pt modelId="{F85C37B1-A73C-4229-AD7B-2A51D3CE9913}" type="sibTrans" cxnId="{898F60FF-C567-436F-B0D9-350BD8A68916}">
      <dgm:prSet/>
      <dgm:spPr/>
      <dgm:t>
        <a:bodyPr/>
        <a:lstStyle/>
        <a:p>
          <a:endParaRPr lang="en-US"/>
        </a:p>
      </dgm:t>
    </dgm:pt>
    <dgm:pt modelId="{2AFC1DD0-4776-49D1-B974-518128074402}" type="pres">
      <dgm:prSet presAssocID="{4807854D-5E92-44B8-98C5-C1033B3D4E92}" presName="outerComposite" presStyleCnt="0">
        <dgm:presLayoutVars>
          <dgm:chMax val="5"/>
          <dgm:dir/>
          <dgm:resizeHandles val="exact"/>
        </dgm:presLayoutVars>
      </dgm:prSet>
      <dgm:spPr/>
    </dgm:pt>
    <dgm:pt modelId="{43AA2470-E618-4BAF-BB22-0199BA734B9D}" type="pres">
      <dgm:prSet presAssocID="{4807854D-5E92-44B8-98C5-C1033B3D4E92}" presName="dummyMaxCanvas" presStyleCnt="0">
        <dgm:presLayoutVars/>
      </dgm:prSet>
      <dgm:spPr/>
    </dgm:pt>
    <dgm:pt modelId="{32D0327E-5F18-4223-93A6-9756950BD651}" type="pres">
      <dgm:prSet presAssocID="{4807854D-5E92-44B8-98C5-C1033B3D4E92}" presName="FourNodes_1" presStyleLbl="node1" presStyleIdx="0" presStyleCnt="4">
        <dgm:presLayoutVars>
          <dgm:bulletEnabled val="1"/>
        </dgm:presLayoutVars>
      </dgm:prSet>
      <dgm:spPr/>
    </dgm:pt>
    <dgm:pt modelId="{B19BF667-3E6E-4CCE-B3E5-FF355D078738}" type="pres">
      <dgm:prSet presAssocID="{4807854D-5E92-44B8-98C5-C1033B3D4E92}" presName="FourNodes_2" presStyleLbl="node1" presStyleIdx="1" presStyleCnt="4">
        <dgm:presLayoutVars>
          <dgm:bulletEnabled val="1"/>
        </dgm:presLayoutVars>
      </dgm:prSet>
      <dgm:spPr/>
    </dgm:pt>
    <dgm:pt modelId="{EBFEF66C-793F-41C6-8407-443D71C7C617}" type="pres">
      <dgm:prSet presAssocID="{4807854D-5E92-44B8-98C5-C1033B3D4E92}" presName="FourNodes_3" presStyleLbl="node1" presStyleIdx="2" presStyleCnt="4">
        <dgm:presLayoutVars>
          <dgm:bulletEnabled val="1"/>
        </dgm:presLayoutVars>
      </dgm:prSet>
      <dgm:spPr/>
    </dgm:pt>
    <dgm:pt modelId="{9738B616-A263-4E38-9A0D-C216D2851640}" type="pres">
      <dgm:prSet presAssocID="{4807854D-5E92-44B8-98C5-C1033B3D4E92}" presName="FourNodes_4" presStyleLbl="node1" presStyleIdx="3" presStyleCnt="4">
        <dgm:presLayoutVars>
          <dgm:bulletEnabled val="1"/>
        </dgm:presLayoutVars>
      </dgm:prSet>
      <dgm:spPr/>
    </dgm:pt>
    <dgm:pt modelId="{DFD5BBD1-1008-49C2-AD68-EB4192C6DA51}" type="pres">
      <dgm:prSet presAssocID="{4807854D-5E92-44B8-98C5-C1033B3D4E92}" presName="FourConn_1-2" presStyleLbl="fgAccFollowNode1" presStyleIdx="0" presStyleCnt="3">
        <dgm:presLayoutVars>
          <dgm:bulletEnabled val="1"/>
        </dgm:presLayoutVars>
      </dgm:prSet>
      <dgm:spPr/>
    </dgm:pt>
    <dgm:pt modelId="{8FE03682-A97D-48A6-9DE4-046F3727E0A6}" type="pres">
      <dgm:prSet presAssocID="{4807854D-5E92-44B8-98C5-C1033B3D4E92}" presName="FourConn_2-3" presStyleLbl="fgAccFollowNode1" presStyleIdx="1" presStyleCnt="3">
        <dgm:presLayoutVars>
          <dgm:bulletEnabled val="1"/>
        </dgm:presLayoutVars>
      </dgm:prSet>
      <dgm:spPr/>
    </dgm:pt>
    <dgm:pt modelId="{E0C18528-1834-4513-9888-7E6927CD6553}" type="pres">
      <dgm:prSet presAssocID="{4807854D-5E92-44B8-98C5-C1033B3D4E92}" presName="FourConn_3-4" presStyleLbl="fgAccFollowNode1" presStyleIdx="2" presStyleCnt="3">
        <dgm:presLayoutVars>
          <dgm:bulletEnabled val="1"/>
        </dgm:presLayoutVars>
      </dgm:prSet>
      <dgm:spPr/>
    </dgm:pt>
    <dgm:pt modelId="{DEA08C96-8EE3-4C10-8EBD-8831C94DACA4}" type="pres">
      <dgm:prSet presAssocID="{4807854D-5E92-44B8-98C5-C1033B3D4E92}" presName="FourNodes_1_text" presStyleLbl="node1" presStyleIdx="3" presStyleCnt="4">
        <dgm:presLayoutVars>
          <dgm:bulletEnabled val="1"/>
        </dgm:presLayoutVars>
      </dgm:prSet>
      <dgm:spPr/>
    </dgm:pt>
    <dgm:pt modelId="{94221E26-F45C-45EE-8B90-AB39F38AE990}" type="pres">
      <dgm:prSet presAssocID="{4807854D-5E92-44B8-98C5-C1033B3D4E92}" presName="FourNodes_2_text" presStyleLbl="node1" presStyleIdx="3" presStyleCnt="4">
        <dgm:presLayoutVars>
          <dgm:bulletEnabled val="1"/>
        </dgm:presLayoutVars>
      </dgm:prSet>
      <dgm:spPr/>
    </dgm:pt>
    <dgm:pt modelId="{7D16870D-7DC7-4A38-B97D-C1B3A43A8503}" type="pres">
      <dgm:prSet presAssocID="{4807854D-5E92-44B8-98C5-C1033B3D4E92}" presName="FourNodes_3_text" presStyleLbl="node1" presStyleIdx="3" presStyleCnt="4">
        <dgm:presLayoutVars>
          <dgm:bulletEnabled val="1"/>
        </dgm:presLayoutVars>
      </dgm:prSet>
      <dgm:spPr/>
    </dgm:pt>
    <dgm:pt modelId="{F65F23E2-F393-42C7-8911-E8EB91602D2E}" type="pres">
      <dgm:prSet presAssocID="{4807854D-5E92-44B8-98C5-C1033B3D4E9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BC2E515-6E9E-4FF4-B1C6-39061426A89F}" type="presOf" srcId="{7D922C83-58E7-47E3-B3CC-B99B154F9AC0}" destId="{B19BF667-3E6E-4CCE-B3E5-FF355D078738}" srcOrd="0" destOrd="0" presId="urn:microsoft.com/office/officeart/2005/8/layout/vProcess5"/>
    <dgm:cxn modelId="{A3A3E019-72AC-4318-88A0-76DA80AEEF81}" type="presOf" srcId="{7D922C83-58E7-47E3-B3CC-B99B154F9AC0}" destId="{94221E26-F45C-45EE-8B90-AB39F38AE990}" srcOrd="1" destOrd="0" presId="urn:microsoft.com/office/officeart/2005/8/layout/vProcess5"/>
    <dgm:cxn modelId="{B494611F-6691-44AE-B580-68294E47A4A2}" type="presOf" srcId="{E5124AEC-CF0E-4893-A81B-403F3F2CC6C8}" destId="{EBFEF66C-793F-41C6-8407-443D71C7C617}" srcOrd="0" destOrd="0" presId="urn:microsoft.com/office/officeart/2005/8/layout/vProcess5"/>
    <dgm:cxn modelId="{2847AF21-7446-4601-A640-7ECCA3C35AB8}" type="presOf" srcId="{30441E95-70BC-488D-BF97-F226D783AE08}" destId="{8FE03682-A97D-48A6-9DE4-046F3727E0A6}" srcOrd="0" destOrd="0" presId="urn:microsoft.com/office/officeart/2005/8/layout/vProcess5"/>
    <dgm:cxn modelId="{CFB40029-72FB-4D47-A417-3D35FF32569A}" srcId="{4807854D-5E92-44B8-98C5-C1033B3D4E92}" destId="{7D922C83-58E7-47E3-B3CC-B99B154F9AC0}" srcOrd="1" destOrd="0" parTransId="{B666E368-AFC6-4037-9EB8-5D92A63C3EFC}" sibTransId="{30441E95-70BC-488D-BF97-F226D783AE08}"/>
    <dgm:cxn modelId="{8428F837-86D1-42EA-8C20-4BBB32578143}" srcId="{4807854D-5E92-44B8-98C5-C1033B3D4E92}" destId="{E5124AEC-CF0E-4893-A81B-403F3F2CC6C8}" srcOrd="2" destOrd="0" parTransId="{78060766-ED55-4411-A00F-678F7FF7946F}" sibTransId="{58F36090-FA2E-4949-8C3D-0F7E85C8990F}"/>
    <dgm:cxn modelId="{8DBED55B-6EB8-442A-AFAF-EDF73C1D1AA7}" type="presOf" srcId="{BD9BCA7B-D35F-4E9E-88CA-DB0659804BE1}" destId="{DEA08C96-8EE3-4C10-8EBD-8831C94DACA4}" srcOrd="1" destOrd="0" presId="urn:microsoft.com/office/officeart/2005/8/layout/vProcess5"/>
    <dgm:cxn modelId="{D972735D-3FA0-4173-82DE-2D3F39BE3238}" srcId="{4807854D-5E92-44B8-98C5-C1033B3D4E92}" destId="{BD9BCA7B-D35F-4E9E-88CA-DB0659804BE1}" srcOrd="0" destOrd="0" parTransId="{6BC6A3EB-50DB-4FF0-9FB6-2EF1DBECAD8A}" sibTransId="{0F9A0EB2-EFDB-4F59-943F-05B2AC7D1EB9}"/>
    <dgm:cxn modelId="{F07D0544-A5B7-4E22-BD1A-7911D7E42D40}" type="presOf" srcId="{0F9A0EB2-EFDB-4F59-943F-05B2AC7D1EB9}" destId="{DFD5BBD1-1008-49C2-AD68-EB4192C6DA51}" srcOrd="0" destOrd="0" presId="urn:microsoft.com/office/officeart/2005/8/layout/vProcess5"/>
    <dgm:cxn modelId="{94DE0768-7E61-41D4-A6AD-D4F6F52DDBF4}" type="presOf" srcId="{58F36090-FA2E-4949-8C3D-0F7E85C8990F}" destId="{E0C18528-1834-4513-9888-7E6927CD6553}" srcOrd="0" destOrd="0" presId="urn:microsoft.com/office/officeart/2005/8/layout/vProcess5"/>
    <dgm:cxn modelId="{4E86F049-56B5-4392-85BB-00F5B16AEA4B}" type="presOf" srcId="{BD9BCA7B-D35F-4E9E-88CA-DB0659804BE1}" destId="{32D0327E-5F18-4223-93A6-9756950BD651}" srcOrd="0" destOrd="0" presId="urn:microsoft.com/office/officeart/2005/8/layout/vProcess5"/>
    <dgm:cxn modelId="{F2209770-537D-4F28-A7FF-7127E92A8A83}" type="presOf" srcId="{B3113ECE-8453-444D-B07D-9407C69E5E65}" destId="{F65F23E2-F393-42C7-8911-E8EB91602D2E}" srcOrd="1" destOrd="0" presId="urn:microsoft.com/office/officeart/2005/8/layout/vProcess5"/>
    <dgm:cxn modelId="{FFC380B0-2278-49C1-941B-B78B2BE68F77}" type="presOf" srcId="{4807854D-5E92-44B8-98C5-C1033B3D4E92}" destId="{2AFC1DD0-4776-49D1-B974-518128074402}" srcOrd="0" destOrd="0" presId="urn:microsoft.com/office/officeart/2005/8/layout/vProcess5"/>
    <dgm:cxn modelId="{591BDAC6-EEAE-4BD8-BCFF-54C6E80E659D}" type="presOf" srcId="{E5124AEC-CF0E-4893-A81B-403F3F2CC6C8}" destId="{7D16870D-7DC7-4A38-B97D-C1B3A43A8503}" srcOrd="1" destOrd="0" presId="urn:microsoft.com/office/officeart/2005/8/layout/vProcess5"/>
    <dgm:cxn modelId="{D766E9F6-E5AA-42ED-A646-A39453C8A296}" type="presOf" srcId="{B3113ECE-8453-444D-B07D-9407C69E5E65}" destId="{9738B616-A263-4E38-9A0D-C216D2851640}" srcOrd="0" destOrd="0" presId="urn:microsoft.com/office/officeart/2005/8/layout/vProcess5"/>
    <dgm:cxn modelId="{898F60FF-C567-436F-B0D9-350BD8A68916}" srcId="{4807854D-5E92-44B8-98C5-C1033B3D4E92}" destId="{B3113ECE-8453-444D-B07D-9407C69E5E65}" srcOrd="3" destOrd="0" parTransId="{F8869767-6F2B-404F-B9DA-5915696DFC26}" sibTransId="{F85C37B1-A73C-4229-AD7B-2A51D3CE9913}"/>
    <dgm:cxn modelId="{D495EFAD-B468-4529-B80C-B0ED0C46EFFA}" type="presParOf" srcId="{2AFC1DD0-4776-49D1-B974-518128074402}" destId="{43AA2470-E618-4BAF-BB22-0199BA734B9D}" srcOrd="0" destOrd="0" presId="urn:microsoft.com/office/officeart/2005/8/layout/vProcess5"/>
    <dgm:cxn modelId="{BB5CBA2F-BAA9-4EA5-B8C9-C82D8890749B}" type="presParOf" srcId="{2AFC1DD0-4776-49D1-B974-518128074402}" destId="{32D0327E-5F18-4223-93A6-9756950BD651}" srcOrd="1" destOrd="0" presId="urn:microsoft.com/office/officeart/2005/8/layout/vProcess5"/>
    <dgm:cxn modelId="{DFC805D8-CA6D-4450-97A2-E394D01AFE9A}" type="presParOf" srcId="{2AFC1DD0-4776-49D1-B974-518128074402}" destId="{B19BF667-3E6E-4CCE-B3E5-FF355D078738}" srcOrd="2" destOrd="0" presId="urn:microsoft.com/office/officeart/2005/8/layout/vProcess5"/>
    <dgm:cxn modelId="{FF4877A1-D4DF-42A9-ACE7-3A05D08106F0}" type="presParOf" srcId="{2AFC1DD0-4776-49D1-B974-518128074402}" destId="{EBFEF66C-793F-41C6-8407-443D71C7C617}" srcOrd="3" destOrd="0" presId="urn:microsoft.com/office/officeart/2005/8/layout/vProcess5"/>
    <dgm:cxn modelId="{B68896F4-F2F6-4234-A6C1-4A68F8F74D73}" type="presParOf" srcId="{2AFC1DD0-4776-49D1-B974-518128074402}" destId="{9738B616-A263-4E38-9A0D-C216D2851640}" srcOrd="4" destOrd="0" presId="urn:microsoft.com/office/officeart/2005/8/layout/vProcess5"/>
    <dgm:cxn modelId="{B6BD948F-49DC-4D91-8064-17BCE72036EE}" type="presParOf" srcId="{2AFC1DD0-4776-49D1-B974-518128074402}" destId="{DFD5BBD1-1008-49C2-AD68-EB4192C6DA51}" srcOrd="5" destOrd="0" presId="urn:microsoft.com/office/officeart/2005/8/layout/vProcess5"/>
    <dgm:cxn modelId="{D4130292-6ABB-4E54-A423-F9B80CC9C0A3}" type="presParOf" srcId="{2AFC1DD0-4776-49D1-B974-518128074402}" destId="{8FE03682-A97D-48A6-9DE4-046F3727E0A6}" srcOrd="6" destOrd="0" presId="urn:microsoft.com/office/officeart/2005/8/layout/vProcess5"/>
    <dgm:cxn modelId="{54C64B49-C22B-453C-BFB2-E3D38CEF051E}" type="presParOf" srcId="{2AFC1DD0-4776-49D1-B974-518128074402}" destId="{E0C18528-1834-4513-9888-7E6927CD6553}" srcOrd="7" destOrd="0" presId="urn:microsoft.com/office/officeart/2005/8/layout/vProcess5"/>
    <dgm:cxn modelId="{C8D26BA0-C117-48F5-AF98-2545134F4FBD}" type="presParOf" srcId="{2AFC1DD0-4776-49D1-B974-518128074402}" destId="{DEA08C96-8EE3-4C10-8EBD-8831C94DACA4}" srcOrd="8" destOrd="0" presId="urn:microsoft.com/office/officeart/2005/8/layout/vProcess5"/>
    <dgm:cxn modelId="{52D0795D-4462-4543-B122-649F0543477E}" type="presParOf" srcId="{2AFC1DD0-4776-49D1-B974-518128074402}" destId="{94221E26-F45C-45EE-8B90-AB39F38AE990}" srcOrd="9" destOrd="0" presId="urn:microsoft.com/office/officeart/2005/8/layout/vProcess5"/>
    <dgm:cxn modelId="{1CA22295-8F03-467C-B800-A610D2B57E76}" type="presParOf" srcId="{2AFC1DD0-4776-49D1-B974-518128074402}" destId="{7D16870D-7DC7-4A38-B97D-C1B3A43A8503}" srcOrd="10" destOrd="0" presId="urn:microsoft.com/office/officeart/2005/8/layout/vProcess5"/>
    <dgm:cxn modelId="{7A292CD7-E6FD-4E3A-BA67-017305085829}" type="presParOf" srcId="{2AFC1DD0-4776-49D1-B974-518128074402}" destId="{F65F23E2-F393-42C7-8911-E8EB91602D2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9D1DC6-C930-4E33-80A6-06EFA4B57D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9A2399D-929D-47B5-8705-B77E2C8CC084}">
      <dgm:prSet/>
      <dgm:spPr/>
      <dgm:t>
        <a:bodyPr/>
        <a:lstStyle/>
        <a:p>
          <a:r>
            <a:rPr lang="en-US"/>
            <a:t>- Reduces human error</a:t>
          </a:r>
        </a:p>
      </dgm:t>
    </dgm:pt>
    <dgm:pt modelId="{B45D62A1-E1B2-4800-B627-CD666ECFE357}" type="parTrans" cxnId="{769900E8-EBF0-4612-BA71-53032BA63A8D}">
      <dgm:prSet/>
      <dgm:spPr/>
      <dgm:t>
        <a:bodyPr/>
        <a:lstStyle/>
        <a:p>
          <a:endParaRPr lang="en-US"/>
        </a:p>
      </dgm:t>
    </dgm:pt>
    <dgm:pt modelId="{51906A86-FE65-45FE-A2A4-DA3A32D8E642}" type="sibTrans" cxnId="{769900E8-EBF0-4612-BA71-53032BA63A8D}">
      <dgm:prSet/>
      <dgm:spPr/>
      <dgm:t>
        <a:bodyPr/>
        <a:lstStyle/>
        <a:p>
          <a:endParaRPr lang="en-US"/>
        </a:p>
      </dgm:t>
    </dgm:pt>
    <dgm:pt modelId="{D87916AE-8040-448C-9DC4-F77615B48F83}">
      <dgm:prSet/>
      <dgm:spPr/>
      <dgm:t>
        <a:bodyPr/>
        <a:lstStyle/>
        <a:p>
          <a:r>
            <a:rPr lang="en-US"/>
            <a:t>- Increases efficiency</a:t>
          </a:r>
        </a:p>
      </dgm:t>
    </dgm:pt>
    <dgm:pt modelId="{D7BBFEEA-9612-474B-9E55-970C9D347588}" type="parTrans" cxnId="{C530DD75-5ECA-4C3A-9E8C-97EC73A45E8C}">
      <dgm:prSet/>
      <dgm:spPr/>
      <dgm:t>
        <a:bodyPr/>
        <a:lstStyle/>
        <a:p>
          <a:endParaRPr lang="en-US"/>
        </a:p>
      </dgm:t>
    </dgm:pt>
    <dgm:pt modelId="{0FD45257-72C9-4C8D-AE37-A8AE2C67DED7}" type="sibTrans" cxnId="{C530DD75-5ECA-4C3A-9E8C-97EC73A45E8C}">
      <dgm:prSet/>
      <dgm:spPr/>
      <dgm:t>
        <a:bodyPr/>
        <a:lstStyle/>
        <a:p>
          <a:endParaRPr lang="en-US"/>
        </a:p>
      </dgm:t>
    </dgm:pt>
    <dgm:pt modelId="{DA1F5377-4570-4153-A01B-F2E76967968F}">
      <dgm:prSet/>
      <dgm:spPr/>
      <dgm:t>
        <a:bodyPr/>
        <a:lstStyle/>
        <a:p>
          <a:r>
            <a:rPr lang="en-US"/>
            <a:t>- Centralized data storage</a:t>
          </a:r>
        </a:p>
      </dgm:t>
    </dgm:pt>
    <dgm:pt modelId="{3D76AE8F-6715-4A9D-B3DB-86CC6341FE40}" type="parTrans" cxnId="{E51C7C68-CDB6-45BC-BEB9-A87D8B0406E5}">
      <dgm:prSet/>
      <dgm:spPr/>
      <dgm:t>
        <a:bodyPr/>
        <a:lstStyle/>
        <a:p>
          <a:endParaRPr lang="en-US"/>
        </a:p>
      </dgm:t>
    </dgm:pt>
    <dgm:pt modelId="{65C8563C-152E-41C6-B564-578AF43EC2C1}" type="sibTrans" cxnId="{E51C7C68-CDB6-45BC-BEB9-A87D8B0406E5}">
      <dgm:prSet/>
      <dgm:spPr/>
      <dgm:t>
        <a:bodyPr/>
        <a:lstStyle/>
        <a:p>
          <a:endParaRPr lang="en-US"/>
        </a:p>
      </dgm:t>
    </dgm:pt>
    <dgm:pt modelId="{41368CF1-D0E3-417E-BCA1-EFBCA235C786}">
      <dgm:prSet/>
      <dgm:spPr/>
      <dgm:t>
        <a:bodyPr/>
        <a:lstStyle/>
        <a:p>
          <a:r>
            <a:rPr lang="en-US"/>
            <a:t>- Supports remote monitoring</a:t>
          </a:r>
        </a:p>
      </dgm:t>
    </dgm:pt>
    <dgm:pt modelId="{96F9E24F-47EC-4766-8341-F903ADF3D2AF}" type="parTrans" cxnId="{410A13FD-310A-4F58-84A3-D5B2434E15E3}">
      <dgm:prSet/>
      <dgm:spPr/>
      <dgm:t>
        <a:bodyPr/>
        <a:lstStyle/>
        <a:p>
          <a:endParaRPr lang="en-US"/>
        </a:p>
      </dgm:t>
    </dgm:pt>
    <dgm:pt modelId="{BCF69737-76F8-4CC7-A7FB-762094B3DA75}" type="sibTrans" cxnId="{410A13FD-310A-4F58-84A3-D5B2434E15E3}">
      <dgm:prSet/>
      <dgm:spPr/>
      <dgm:t>
        <a:bodyPr/>
        <a:lstStyle/>
        <a:p>
          <a:endParaRPr lang="en-US"/>
        </a:p>
      </dgm:t>
    </dgm:pt>
    <dgm:pt modelId="{F2811FD8-D7F8-4F1A-A45B-11504B9149A1}">
      <dgm:prSet/>
      <dgm:spPr/>
      <dgm:t>
        <a:bodyPr/>
        <a:lstStyle/>
        <a:p>
          <a:r>
            <a:rPr lang="en-US"/>
            <a:t>- Improves material tracking for mining operations</a:t>
          </a:r>
        </a:p>
      </dgm:t>
    </dgm:pt>
    <dgm:pt modelId="{DB5845F2-1659-4C12-B27F-F0E59C326450}" type="parTrans" cxnId="{545179B3-D291-4EFE-B052-7AC9C637AEBA}">
      <dgm:prSet/>
      <dgm:spPr/>
      <dgm:t>
        <a:bodyPr/>
        <a:lstStyle/>
        <a:p>
          <a:endParaRPr lang="en-US"/>
        </a:p>
      </dgm:t>
    </dgm:pt>
    <dgm:pt modelId="{A14CB2E0-31E2-48A5-8D46-DC2B2D98C5D4}" type="sibTrans" cxnId="{545179B3-D291-4EFE-B052-7AC9C637AEBA}">
      <dgm:prSet/>
      <dgm:spPr/>
      <dgm:t>
        <a:bodyPr/>
        <a:lstStyle/>
        <a:p>
          <a:endParaRPr lang="en-US"/>
        </a:p>
      </dgm:t>
    </dgm:pt>
    <dgm:pt modelId="{89325D35-03E8-432B-8BA1-0816CB1FC765}" type="pres">
      <dgm:prSet presAssocID="{349D1DC6-C930-4E33-80A6-06EFA4B57D0C}" presName="root" presStyleCnt="0">
        <dgm:presLayoutVars>
          <dgm:dir/>
          <dgm:resizeHandles val="exact"/>
        </dgm:presLayoutVars>
      </dgm:prSet>
      <dgm:spPr/>
    </dgm:pt>
    <dgm:pt modelId="{8C2CBB3E-D800-47DE-B7EC-8703DFAD263D}" type="pres">
      <dgm:prSet presAssocID="{79A2399D-929D-47B5-8705-B77E2C8CC084}" presName="compNode" presStyleCnt="0"/>
      <dgm:spPr/>
    </dgm:pt>
    <dgm:pt modelId="{60D669F6-1810-451F-85B7-2BC1AA36DDCC}" type="pres">
      <dgm:prSet presAssocID="{79A2399D-929D-47B5-8705-B77E2C8CC084}" presName="bgRect" presStyleLbl="bgShp" presStyleIdx="0" presStyleCnt="5"/>
      <dgm:spPr/>
    </dgm:pt>
    <dgm:pt modelId="{896375C1-5F8C-4F85-8BC7-FFDB04C6A91F}" type="pres">
      <dgm:prSet presAssocID="{79A2399D-929D-47B5-8705-B77E2C8CC08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021DA45-095E-4742-8071-0F526E2488DE}" type="pres">
      <dgm:prSet presAssocID="{79A2399D-929D-47B5-8705-B77E2C8CC084}" presName="spaceRect" presStyleCnt="0"/>
      <dgm:spPr/>
    </dgm:pt>
    <dgm:pt modelId="{8078374B-A5FF-4127-9D47-12FE3092C31F}" type="pres">
      <dgm:prSet presAssocID="{79A2399D-929D-47B5-8705-B77E2C8CC084}" presName="parTx" presStyleLbl="revTx" presStyleIdx="0" presStyleCnt="5">
        <dgm:presLayoutVars>
          <dgm:chMax val="0"/>
          <dgm:chPref val="0"/>
        </dgm:presLayoutVars>
      </dgm:prSet>
      <dgm:spPr/>
    </dgm:pt>
    <dgm:pt modelId="{2E8BC472-343F-4DC2-BE00-02C35C3560E7}" type="pres">
      <dgm:prSet presAssocID="{51906A86-FE65-45FE-A2A4-DA3A32D8E642}" presName="sibTrans" presStyleCnt="0"/>
      <dgm:spPr/>
    </dgm:pt>
    <dgm:pt modelId="{7F085212-07C4-4077-8BB8-B58001258E02}" type="pres">
      <dgm:prSet presAssocID="{D87916AE-8040-448C-9DC4-F77615B48F83}" presName="compNode" presStyleCnt="0"/>
      <dgm:spPr/>
    </dgm:pt>
    <dgm:pt modelId="{F9780889-FB64-4266-951D-A00E26B181F2}" type="pres">
      <dgm:prSet presAssocID="{D87916AE-8040-448C-9DC4-F77615B48F83}" presName="bgRect" presStyleLbl="bgShp" presStyleIdx="1" presStyleCnt="5"/>
      <dgm:spPr/>
    </dgm:pt>
    <dgm:pt modelId="{1F315C8E-86CF-4BA4-8CBC-411B8EB31B79}" type="pres">
      <dgm:prSet presAssocID="{D87916AE-8040-448C-9DC4-F77615B48F8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BC26EE9-8812-453B-A8DB-DFA721A77257}" type="pres">
      <dgm:prSet presAssocID="{D87916AE-8040-448C-9DC4-F77615B48F83}" presName="spaceRect" presStyleCnt="0"/>
      <dgm:spPr/>
    </dgm:pt>
    <dgm:pt modelId="{F5308F74-E411-423C-8727-05E76FAF4490}" type="pres">
      <dgm:prSet presAssocID="{D87916AE-8040-448C-9DC4-F77615B48F83}" presName="parTx" presStyleLbl="revTx" presStyleIdx="1" presStyleCnt="5">
        <dgm:presLayoutVars>
          <dgm:chMax val="0"/>
          <dgm:chPref val="0"/>
        </dgm:presLayoutVars>
      </dgm:prSet>
      <dgm:spPr/>
    </dgm:pt>
    <dgm:pt modelId="{0E4DB355-A393-4618-B8CF-DC4F86B7579C}" type="pres">
      <dgm:prSet presAssocID="{0FD45257-72C9-4C8D-AE37-A8AE2C67DED7}" presName="sibTrans" presStyleCnt="0"/>
      <dgm:spPr/>
    </dgm:pt>
    <dgm:pt modelId="{3832A20A-5777-4FA5-85E8-3AD48593BC1D}" type="pres">
      <dgm:prSet presAssocID="{DA1F5377-4570-4153-A01B-F2E76967968F}" presName="compNode" presStyleCnt="0"/>
      <dgm:spPr/>
    </dgm:pt>
    <dgm:pt modelId="{07908EA8-6A2D-413B-BAFF-90472CAB1F5C}" type="pres">
      <dgm:prSet presAssocID="{DA1F5377-4570-4153-A01B-F2E76967968F}" presName="bgRect" presStyleLbl="bgShp" presStyleIdx="2" presStyleCnt="5"/>
      <dgm:spPr/>
    </dgm:pt>
    <dgm:pt modelId="{3656C33C-CE7D-47D6-8B6B-89ACC5B4EC7B}" type="pres">
      <dgm:prSet presAssocID="{DA1F5377-4570-4153-A01B-F2E76967968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0405021-A57B-4D7E-A134-E74EAA9AB41A}" type="pres">
      <dgm:prSet presAssocID="{DA1F5377-4570-4153-A01B-F2E76967968F}" presName="spaceRect" presStyleCnt="0"/>
      <dgm:spPr/>
    </dgm:pt>
    <dgm:pt modelId="{4DB4F9F2-602E-412E-9ABC-BC265F43ADF3}" type="pres">
      <dgm:prSet presAssocID="{DA1F5377-4570-4153-A01B-F2E76967968F}" presName="parTx" presStyleLbl="revTx" presStyleIdx="2" presStyleCnt="5">
        <dgm:presLayoutVars>
          <dgm:chMax val="0"/>
          <dgm:chPref val="0"/>
        </dgm:presLayoutVars>
      </dgm:prSet>
      <dgm:spPr/>
    </dgm:pt>
    <dgm:pt modelId="{A7178DF9-9993-4D60-9CD0-D4F55661E7AD}" type="pres">
      <dgm:prSet presAssocID="{65C8563C-152E-41C6-B564-578AF43EC2C1}" presName="sibTrans" presStyleCnt="0"/>
      <dgm:spPr/>
    </dgm:pt>
    <dgm:pt modelId="{DEB2EACF-FD81-4137-B7A9-1FAAC0A32AB5}" type="pres">
      <dgm:prSet presAssocID="{41368CF1-D0E3-417E-BCA1-EFBCA235C786}" presName="compNode" presStyleCnt="0"/>
      <dgm:spPr/>
    </dgm:pt>
    <dgm:pt modelId="{B732CD0B-6715-4C33-88DB-5D36471C5AF3}" type="pres">
      <dgm:prSet presAssocID="{41368CF1-D0E3-417E-BCA1-EFBCA235C786}" presName="bgRect" presStyleLbl="bgShp" presStyleIdx="3" presStyleCnt="5"/>
      <dgm:spPr/>
    </dgm:pt>
    <dgm:pt modelId="{15CA694A-8813-4B8C-ABAD-75DA1EED398E}" type="pres">
      <dgm:prSet presAssocID="{41368CF1-D0E3-417E-BCA1-EFBCA235C78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D2E8C60A-ED75-45F9-B388-8620358711D9}" type="pres">
      <dgm:prSet presAssocID="{41368CF1-D0E3-417E-BCA1-EFBCA235C786}" presName="spaceRect" presStyleCnt="0"/>
      <dgm:spPr/>
    </dgm:pt>
    <dgm:pt modelId="{95807DB3-E01E-4CF3-8D8D-53B7E8AD66D9}" type="pres">
      <dgm:prSet presAssocID="{41368CF1-D0E3-417E-BCA1-EFBCA235C786}" presName="parTx" presStyleLbl="revTx" presStyleIdx="3" presStyleCnt="5">
        <dgm:presLayoutVars>
          <dgm:chMax val="0"/>
          <dgm:chPref val="0"/>
        </dgm:presLayoutVars>
      </dgm:prSet>
      <dgm:spPr/>
    </dgm:pt>
    <dgm:pt modelId="{7CDD7028-021C-4B4B-84A3-86274CD826C3}" type="pres">
      <dgm:prSet presAssocID="{BCF69737-76F8-4CC7-A7FB-762094B3DA75}" presName="sibTrans" presStyleCnt="0"/>
      <dgm:spPr/>
    </dgm:pt>
    <dgm:pt modelId="{B59B6EDE-E386-465E-9FB1-721A5C9D075C}" type="pres">
      <dgm:prSet presAssocID="{F2811FD8-D7F8-4F1A-A45B-11504B9149A1}" presName="compNode" presStyleCnt="0"/>
      <dgm:spPr/>
    </dgm:pt>
    <dgm:pt modelId="{B54C07FA-8732-4792-9EF5-A415DC11B809}" type="pres">
      <dgm:prSet presAssocID="{F2811FD8-D7F8-4F1A-A45B-11504B9149A1}" presName="bgRect" presStyleLbl="bgShp" presStyleIdx="4" presStyleCnt="5"/>
      <dgm:spPr/>
    </dgm:pt>
    <dgm:pt modelId="{F61082B2-217D-4899-A993-B1A92D789302}" type="pres">
      <dgm:prSet presAssocID="{F2811FD8-D7F8-4F1A-A45B-11504B9149A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F51F7E45-B540-44EF-B9EF-A1546C861A87}" type="pres">
      <dgm:prSet presAssocID="{F2811FD8-D7F8-4F1A-A45B-11504B9149A1}" presName="spaceRect" presStyleCnt="0"/>
      <dgm:spPr/>
    </dgm:pt>
    <dgm:pt modelId="{EF90FF8C-7A69-42CB-800C-A1C8353F48B0}" type="pres">
      <dgm:prSet presAssocID="{F2811FD8-D7F8-4F1A-A45B-11504B9149A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A70FA27-C1A1-4F52-8D91-21367300300D}" type="presOf" srcId="{D87916AE-8040-448C-9DC4-F77615B48F83}" destId="{F5308F74-E411-423C-8727-05E76FAF4490}" srcOrd="0" destOrd="0" presId="urn:microsoft.com/office/officeart/2018/2/layout/IconVerticalSolidList"/>
    <dgm:cxn modelId="{284E403F-EA2F-4F80-BDEE-9BB820D5CAB9}" type="presOf" srcId="{F2811FD8-D7F8-4F1A-A45B-11504B9149A1}" destId="{EF90FF8C-7A69-42CB-800C-A1C8353F48B0}" srcOrd="0" destOrd="0" presId="urn:microsoft.com/office/officeart/2018/2/layout/IconVerticalSolidList"/>
    <dgm:cxn modelId="{5AA6FF60-AB93-44F6-AF56-3484F1AD001D}" type="presOf" srcId="{349D1DC6-C930-4E33-80A6-06EFA4B57D0C}" destId="{89325D35-03E8-432B-8BA1-0816CB1FC765}" srcOrd="0" destOrd="0" presId="urn:microsoft.com/office/officeart/2018/2/layout/IconVerticalSolidList"/>
    <dgm:cxn modelId="{E51C7C68-CDB6-45BC-BEB9-A87D8B0406E5}" srcId="{349D1DC6-C930-4E33-80A6-06EFA4B57D0C}" destId="{DA1F5377-4570-4153-A01B-F2E76967968F}" srcOrd="2" destOrd="0" parTransId="{3D76AE8F-6715-4A9D-B3DB-86CC6341FE40}" sibTransId="{65C8563C-152E-41C6-B564-578AF43EC2C1}"/>
    <dgm:cxn modelId="{C530DD75-5ECA-4C3A-9E8C-97EC73A45E8C}" srcId="{349D1DC6-C930-4E33-80A6-06EFA4B57D0C}" destId="{D87916AE-8040-448C-9DC4-F77615B48F83}" srcOrd="1" destOrd="0" parTransId="{D7BBFEEA-9612-474B-9E55-970C9D347588}" sibTransId="{0FD45257-72C9-4C8D-AE37-A8AE2C67DED7}"/>
    <dgm:cxn modelId="{B10A329F-D2B1-44E7-BB9E-CB3AE9BD9ED6}" type="presOf" srcId="{41368CF1-D0E3-417E-BCA1-EFBCA235C786}" destId="{95807DB3-E01E-4CF3-8D8D-53B7E8AD66D9}" srcOrd="0" destOrd="0" presId="urn:microsoft.com/office/officeart/2018/2/layout/IconVerticalSolidList"/>
    <dgm:cxn modelId="{8A141BA3-252A-49A8-A1AE-32C9AC5B6C88}" type="presOf" srcId="{79A2399D-929D-47B5-8705-B77E2C8CC084}" destId="{8078374B-A5FF-4127-9D47-12FE3092C31F}" srcOrd="0" destOrd="0" presId="urn:microsoft.com/office/officeart/2018/2/layout/IconVerticalSolidList"/>
    <dgm:cxn modelId="{670FC3A3-B8FB-43B8-99B5-0C6A5710AC23}" type="presOf" srcId="{DA1F5377-4570-4153-A01B-F2E76967968F}" destId="{4DB4F9F2-602E-412E-9ABC-BC265F43ADF3}" srcOrd="0" destOrd="0" presId="urn:microsoft.com/office/officeart/2018/2/layout/IconVerticalSolidList"/>
    <dgm:cxn modelId="{545179B3-D291-4EFE-B052-7AC9C637AEBA}" srcId="{349D1DC6-C930-4E33-80A6-06EFA4B57D0C}" destId="{F2811FD8-D7F8-4F1A-A45B-11504B9149A1}" srcOrd="4" destOrd="0" parTransId="{DB5845F2-1659-4C12-B27F-F0E59C326450}" sibTransId="{A14CB2E0-31E2-48A5-8D46-DC2B2D98C5D4}"/>
    <dgm:cxn modelId="{769900E8-EBF0-4612-BA71-53032BA63A8D}" srcId="{349D1DC6-C930-4E33-80A6-06EFA4B57D0C}" destId="{79A2399D-929D-47B5-8705-B77E2C8CC084}" srcOrd="0" destOrd="0" parTransId="{B45D62A1-E1B2-4800-B627-CD666ECFE357}" sibTransId="{51906A86-FE65-45FE-A2A4-DA3A32D8E642}"/>
    <dgm:cxn modelId="{410A13FD-310A-4F58-84A3-D5B2434E15E3}" srcId="{349D1DC6-C930-4E33-80A6-06EFA4B57D0C}" destId="{41368CF1-D0E3-417E-BCA1-EFBCA235C786}" srcOrd="3" destOrd="0" parTransId="{96F9E24F-47EC-4766-8341-F903ADF3D2AF}" sibTransId="{BCF69737-76F8-4CC7-A7FB-762094B3DA75}"/>
    <dgm:cxn modelId="{745E606D-9725-4B20-9ECD-8A4D7F9A6084}" type="presParOf" srcId="{89325D35-03E8-432B-8BA1-0816CB1FC765}" destId="{8C2CBB3E-D800-47DE-B7EC-8703DFAD263D}" srcOrd="0" destOrd="0" presId="urn:microsoft.com/office/officeart/2018/2/layout/IconVerticalSolidList"/>
    <dgm:cxn modelId="{AC1923F2-FC62-40DF-A923-37CBA8A4ECC6}" type="presParOf" srcId="{8C2CBB3E-D800-47DE-B7EC-8703DFAD263D}" destId="{60D669F6-1810-451F-85B7-2BC1AA36DDCC}" srcOrd="0" destOrd="0" presId="urn:microsoft.com/office/officeart/2018/2/layout/IconVerticalSolidList"/>
    <dgm:cxn modelId="{A4B43BC9-AD70-4F2D-B4E0-758E7E149B83}" type="presParOf" srcId="{8C2CBB3E-D800-47DE-B7EC-8703DFAD263D}" destId="{896375C1-5F8C-4F85-8BC7-FFDB04C6A91F}" srcOrd="1" destOrd="0" presId="urn:microsoft.com/office/officeart/2018/2/layout/IconVerticalSolidList"/>
    <dgm:cxn modelId="{703AE2AE-8E9F-43C7-B107-4C445138C2D8}" type="presParOf" srcId="{8C2CBB3E-D800-47DE-B7EC-8703DFAD263D}" destId="{7021DA45-095E-4742-8071-0F526E2488DE}" srcOrd="2" destOrd="0" presId="urn:microsoft.com/office/officeart/2018/2/layout/IconVerticalSolidList"/>
    <dgm:cxn modelId="{8FF22282-1839-4D2B-BC06-3C20068E2638}" type="presParOf" srcId="{8C2CBB3E-D800-47DE-B7EC-8703DFAD263D}" destId="{8078374B-A5FF-4127-9D47-12FE3092C31F}" srcOrd="3" destOrd="0" presId="urn:microsoft.com/office/officeart/2018/2/layout/IconVerticalSolidList"/>
    <dgm:cxn modelId="{D5B8E6F2-A032-4861-9337-39057C2C0CC5}" type="presParOf" srcId="{89325D35-03E8-432B-8BA1-0816CB1FC765}" destId="{2E8BC472-343F-4DC2-BE00-02C35C3560E7}" srcOrd="1" destOrd="0" presId="urn:microsoft.com/office/officeart/2018/2/layout/IconVerticalSolidList"/>
    <dgm:cxn modelId="{57B8BB44-AB4E-470B-96A2-D2D1953C23F7}" type="presParOf" srcId="{89325D35-03E8-432B-8BA1-0816CB1FC765}" destId="{7F085212-07C4-4077-8BB8-B58001258E02}" srcOrd="2" destOrd="0" presId="urn:microsoft.com/office/officeart/2018/2/layout/IconVerticalSolidList"/>
    <dgm:cxn modelId="{1AB6BE30-8182-49D0-909E-514657D16E51}" type="presParOf" srcId="{7F085212-07C4-4077-8BB8-B58001258E02}" destId="{F9780889-FB64-4266-951D-A00E26B181F2}" srcOrd="0" destOrd="0" presId="urn:microsoft.com/office/officeart/2018/2/layout/IconVerticalSolidList"/>
    <dgm:cxn modelId="{A1C0EB2A-DA41-4E2F-94DF-9E2342B963B9}" type="presParOf" srcId="{7F085212-07C4-4077-8BB8-B58001258E02}" destId="{1F315C8E-86CF-4BA4-8CBC-411B8EB31B79}" srcOrd="1" destOrd="0" presId="urn:microsoft.com/office/officeart/2018/2/layout/IconVerticalSolidList"/>
    <dgm:cxn modelId="{8629FF55-1557-4730-9FD5-3F50AF848D7D}" type="presParOf" srcId="{7F085212-07C4-4077-8BB8-B58001258E02}" destId="{7BC26EE9-8812-453B-A8DB-DFA721A77257}" srcOrd="2" destOrd="0" presId="urn:microsoft.com/office/officeart/2018/2/layout/IconVerticalSolidList"/>
    <dgm:cxn modelId="{7B635EC7-7E7E-47BD-88C1-109777B2F4D7}" type="presParOf" srcId="{7F085212-07C4-4077-8BB8-B58001258E02}" destId="{F5308F74-E411-423C-8727-05E76FAF4490}" srcOrd="3" destOrd="0" presId="urn:microsoft.com/office/officeart/2018/2/layout/IconVerticalSolidList"/>
    <dgm:cxn modelId="{3A48047C-7138-430D-9B72-033243CDEAC9}" type="presParOf" srcId="{89325D35-03E8-432B-8BA1-0816CB1FC765}" destId="{0E4DB355-A393-4618-B8CF-DC4F86B7579C}" srcOrd="3" destOrd="0" presId="urn:microsoft.com/office/officeart/2018/2/layout/IconVerticalSolidList"/>
    <dgm:cxn modelId="{80F712D9-D669-4D6E-A6C8-30BE66E56A10}" type="presParOf" srcId="{89325D35-03E8-432B-8BA1-0816CB1FC765}" destId="{3832A20A-5777-4FA5-85E8-3AD48593BC1D}" srcOrd="4" destOrd="0" presId="urn:microsoft.com/office/officeart/2018/2/layout/IconVerticalSolidList"/>
    <dgm:cxn modelId="{926394AA-46FC-4675-83E4-D5D618F0713C}" type="presParOf" srcId="{3832A20A-5777-4FA5-85E8-3AD48593BC1D}" destId="{07908EA8-6A2D-413B-BAFF-90472CAB1F5C}" srcOrd="0" destOrd="0" presId="urn:microsoft.com/office/officeart/2018/2/layout/IconVerticalSolidList"/>
    <dgm:cxn modelId="{A1A6CA44-E839-410B-A0B6-37A5C3807426}" type="presParOf" srcId="{3832A20A-5777-4FA5-85E8-3AD48593BC1D}" destId="{3656C33C-CE7D-47D6-8B6B-89ACC5B4EC7B}" srcOrd="1" destOrd="0" presId="urn:microsoft.com/office/officeart/2018/2/layout/IconVerticalSolidList"/>
    <dgm:cxn modelId="{44B6BFA4-2E3F-4583-BA7D-02A5F61581B4}" type="presParOf" srcId="{3832A20A-5777-4FA5-85E8-3AD48593BC1D}" destId="{F0405021-A57B-4D7E-A134-E74EAA9AB41A}" srcOrd="2" destOrd="0" presId="urn:microsoft.com/office/officeart/2018/2/layout/IconVerticalSolidList"/>
    <dgm:cxn modelId="{28B74E9C-08EA-42B9-91E5-99068DD80774}" type="presParOf" srcId="{3832A20A-5777-4FA5-85E8-3AD48593BC1D}" destId="{4DB4F9F2-602E-412E-9ABC-BC265F43ADF3}" srcOrd="3" destOrd="0" presId="urn:microsoft.com/office/officeart/2018/2/layout/IconVerticalSolidList"/>
    <dgm:cxn modelId="{60A2540C-1097-4ADA-89B3-C9E3E4C6D543}" type="presParOf" srcId="{89325D35-03E8-432B-8BA1-0816CB1FC765}" destId="{A7178DF9-9993-4D60-9CD0-D4F55661E7AD}" srcOrd="5" destOrd="0" presId="urn:microsoft.com/office/officeart/2018/2/layout/IconVerticalSolidList"/>
    <dgm:cxn modelId="{F11EEB5B-95B0-4421-8B3D-F94BB4E63B40}" type="presParOf" srcId="{89325D35-03E8-432B-8BA1-0816CB1FC765}" destId="{DEB2EACF-FD81-4137-B7A9-1FAAC0A32AB5}" srcOrd="6" destOrd="0" presId="urn:microsoft.com/office/officeart/2018/2/layout/IconVerticalSolidList"/>
    <dgm:cxn modelId="{37C1F76B-D83A-445D-A921-D295D4A5F36B}" type="presParOf" srcId="{DEB2EACF-FD81-4137-B7A9-1FAAC0A32AB5}" destId="{B732CD0B-6715-4C33-88DB-5D36471C5AF3}" srcOrd="0" destOrd="0" presId="urn:microsoft.com/office/officeart/2018/2/layout/IconVerticalSolidList"/>
    <dgm:cxn modelId="{8087DFCE-9711-4FA5-9D95-D14DF8FF8E7E}" type="presParOf" srcId="{DEB2EACF-FD81-4137-B7A9-1FAAC0A32AB5}" destId="{15CA694A-8813-4B8C-ABAD-75DA1EED398E}" srcOrd="1" destOrd="0" presId="urn:microsoft.com/office/officeart/2018/2/layout/IconVerticalSolidList"/>
    <dgm:cxn modelId="{EEA41187-23D6-4BA5-8C06-7BC22D6720B2}" type="presParOf" srcId="{DEB2EACF-FD81-4137-B7A9-1FAAC0A32AB5}" destId="{D2E8C60A-ED75-45F9-B388-8620358711D9}" srcOrd="2" destOrd="0" presId="urn:microsoft.com/office/officeart/2018/2/layout/IconVerticalSolidList"/>
    <dgm:cxn modelId="{5B01F816-4569-4BF8-A727-CE213141A5CF}" type="presParOf" srcId="{DEB2EACF-FD81-4137-B7A9-1FAAC0A32AB5}" destId="{95807DB3-E01E-4CF3-8D8D-53B7E8AD66D9}" srcOrd="3" destOrd="0" presId="urn:microsoft.com/office/officeart/2018/2/layout/IconVerticalSolidList"/>
    <dgm:cxn modelId="{EF2B654F-D5BA-4431-AE29-DACA5AE4F394}" type="presParOf" srcId="{89325D35-03E8-432B-8BA1-0816CB1FC765}" destId="{7CDD7028-021C-4B4B-84A3-86274CD826C3}" srcOrd="7" destOrd="0" presId="urn:microsoft.com/office/officeart/2018/2/layout/IconVerticalSolidList"/>
    <dgm:cxn modelId="{18E13AF8-B265-4A05-8BB2-BDC984666C83}" type="presParOf" srcId="{89325D35-03E8-432B-8BA1-0816CB1FC765}" destId="{B59B6EDE-E386-465E-9FB1-721A5C9D075C}" srcOrd="8" destOrd="0" presId="urn:microsoft.com/office/officeart/2018/2/layout/IconVerticalSolidList"/>
    <dgm:cxn modelId="{EFC1B02F-B1DF-4B74-87A8-317024ED0432}" type="presParOf" srcId="{B59B6EDE-E386-465E-9FB1-721A5C9D075C}" destId="{B54C07FA-8732-4792-9EF5-A415DC11B809}" srcOrd="0" destOrd="0" presId="urn:microsoft.com/office/officeart/2018/2/layout/IconVerticalSolidList"/>
    <dgm:cxn modelId="{9D20FE65-81CC-4083-B209-8932D9E6BF56}" type="presParOf" srcId="{B59B6EDE-E386-465E-9FB1-721A5C9D075C}" destId="{F61082B2-217D-4899-A993-B1A92D789302}" srcOrd="1" destOrd="0" presId="urn:microsoft.com/office/officeart/2018/2/layout/IconVerticalSolidList"/>
    <dgm:cxn modelId="{6AFC6FBE-0D93-4BCE-91E5-10220E643ECA}" type="presParOf" srcId="{B59B6EDE-E386-465E-9FB1-721A5C9D075C}" destId="{F51F7E45-B540-44EF-B9EF-A1546C861A87}" srcOrd="2" destOrd="0" presId="urn:microsoft.com/office/officeart/2018/2/layout/IconVerticalSolidList"/>
    <dgm:cxn modelId="{9A5425AF-5CC5-4EFA-A952-ACD520A4DC06}" type="presParOf" srcId="{B59B6EDE-E386-465E-9FB1-721A5C9D075C}" destId="{EF90FF8C-7A69-42CB-800C-A1C8353F48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0F8580A-7723-4ABA-8500-C493F04605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FD927BE-E3DA-4B38-A8F6-3F114A78CD52}">
      <dgm:prSet/>
      <dgm:spPr/>
      <dgm:t>
        <a:bodyPr/>
        <a:lstStyle/>
        <a:p>
          <a:r>
            <a:rPr lang="en-US"/>
            <a:t>WeighLink Automation System modernizes weight recording</a:t>
          </a:r>
        </a:p>
      </dgm:t>
    </dgm:pt>
    <dgm:pt modelId="{19EBD778-1D7E-42C6-998F-4E09393C0E01}" type="parTrans" cxnId="{8BB5DDC4-08F3-48A6-A974-3A46E0E4B411}">
      <dgm:prSet/>
      <dgm:spPr/>
      <dgm:t>
        <a:bodyPr/>
        <a:lstStyle/>
        <a:p>
          <a:endParaRPr lang="en-US"/>
        </a:p>
      </dgm:t>
    </dgm:pt>
    <dgm:pt modelId="{72C0B272-828A-4C16-A942-333D9CBD38D4}" type="sibTrans" cxnId="{8BB5DDC4-08F3-48A6-A974-3A46E0E4B411}">
      <dgm:prSet/>
      <dgm:spPr/>
      <dgm:t>
        <a:bodyPr/>
        <a:lstStyle/>
        <a:p>
          <a:endParaRPr lang="en-US"/>
        </a:p>
      </dgm:t>
    </dgm:pt>
    <dgm:pt modelId="{35924C04-3DF8-4690-96CB-6421FD6F93C0}">
      <dgm:prSet/>
      <dgm:spPr/>
      <dgm:t>
        <a:bodyPr/>
        <a:lstStyle/>
        <a:p>
          <a:r>
            <a:rPr lang="en-US"/>
            <a:t>By integrating Bluetooth hardware with real-time cloud storage.</a:t>
          </a:r>
        </a:p>
      </dgm:t>
    </dgm:pt>
    <dgm:pt modelId="{CDF4454A-3FE6-4A87-9058-4FD6B55121A4}" type="parTrans" cxnId="{51E6EECD-EBA5-48DB-ABCA-2BA8EE957C38}">
      <dgm:prSet/>
      <dgm:spPr/>
      <dgm:t>
        <a:bodyPr/>
        <a:lstStyle/>
        <a:p>
          <a:endParaRPr lang="en-US"/>
        </a:p>
      </dgm:t>
    </dgm:pt>
    <dgm:pt modelId="{686DB12E-932D-4BEF-8105-7C8256835D56}" type="sibTrans" cxnId="{51E6EECD-EBA5-48DB-ABCA-2BA8EE957C38}">
      <dgm:prSet/>
      <dgm:spPr/>
      <dgm:t>
        <a:bodyPr/>
        <a:lstStyle/>
        <a:p>
          <a:endParaRPr lang="en-US"/>
        </a:p>
      </dgm:t>
    </dgm:pt>
    <dgm:pt modelId="{5933AA31-464A-49CC-85AB-1F321871F529}">
      <dgm:prSet/>
      <dgm:spPr/>
      <dgm:t>
        <a:bodyPr/>
        <a:lstStyle/>
        <a:p>
          <a:r>
            <a:rPr lang="en-US"/>
            <a:t>It is accurate, scalable, and ideal for mining operations requiring</a:t>
          </a:r>
        </a:p>
      </dgm:t>
    </dgm:pt>
    <dgm:pt modelId="{CBF6C0EB-8CC0-41ED-B5B2-4BD4BC0AE4B7}" type="parTrans" cxnId="{9965A7CA-2CA7-43BA-9C2D-6BCC9FA91031}">
      <dgm:prSet/>
      <dgm:spPr/>
      <dgm:t>
        <a:bodyPr/>
        <a:lstStyle/>
        <a:p>
          <a:endParaRPr lang="en-US"/>
        </a:p>
      </dgm:t>
    </dgm:pt>
    <dgm:pt modelId="{91AC8BF9-4348-492C-9E4B-7BFB19DCEA2A}" type="sibTrans" cxnId="{9965A7CA-2CA7-43BA-9C2D-6BCC9FA91031}">
      <dgm:prSet/>
      <dgm:spPr/>
      <dgm:t>
        <a:bodyPr/>
        <a:lstStyle/>
        <a:p>
          <a:endParaRPr lang="en-US"/>
        </a:p>
      </dgm:t>
    </dgm:pt>
    <dgm:pt modelId="{6D4CB03F-D4D9-4708-AD42-FA41E75FF3BD}">
      <dgm:prSet/>
      <dgm:spPr/>
      <dgm:t>
        <a:bodyPr/>
        <a:lstStyle/>
        <a:p>
          <a:r>
            <a:rPr lang="en-US"/>
            <a:t>Efficient digital transformation.</a:t>
          </a:r>
        </a:p>
      </dgm:t>
    </dgm:pt>
    <dgm:pt modelId="{05539BAF-65EC-47E2-A592-3A58CDBB9509}" type="parTrans" cxnId="{D513BDAC-48E6-455A-A32E-5D89445A3FFE}">
      <dgm:prSet/>
      <dgm:spPr/>
      <dgm:t>
        <a:bodyPr/>
        <a:lstStyle/>
        <a:p>
          <a:endParaRPr lang="en-US"/>
        </a:p>
      </dgm:t>
    </dgm:pt>
    <dgm:pt modelId="{C381EB8A-0B7A-4945-918B-2442F1B8720B}" type="sibTrans" cxnId="{D513BDAC-48E6-455A-A32E-5D89445A3FFE}">
      <dgm:prSet/>
      <dgm:spPr/>
      <dgm:t>
        <a:bodyPr/>
        <a:lstStyle/>
        <a:p>
          <a:endParaRPr lang="en-US"/>
        </a:p>
      </dgm:t>
    </dgm:pt>
    <dgm:pt modelId="{A3C8377F-A80C-4BB0-937B-D951479A1DD5}" type="pres">
      <dgm:prSet presAssocID="{50F8580A-7723-4ABA-8500-C493F0460573}" presName="root" presStyleCnt="0">
        <dgm:presLayoutVars>
          <dgm:dir/>
          <dgm:resizeHandles val="exact"/>
        </dgm:presLayoutVars>
      </dgm:prSet>
      <dgm:spPr/>
    </dgm:pt>
    <dgm:pt modelId="{AA18BCA1-49D7-475C-B6A8-4ED2057CFBBF}" type="pres">
      <dgm:prSet presAssocID="{6FD927BE-E3DA-4B38-A8F6-3F114A78CD52}" presName="compNode" presStyleCnt="0"/>
      <dgm:spPr/>
    </dgm:pt>
    <dgm:pt modelId="{D5A61A26-ECDC-4BD6-B2D9-33FCDFABD231}" type="pres">
      <dgm:prSet presAssocID="{6FD927BE-E3DA-4B38-A8F6-3F114A78CD52}" presName="bgRect" presStyleLbl="bgShp" presStyleIdx="0" presStyleCnt="4"/>
      <dgm:spPr/>
    </dgm:pt>
    <dgm:pt modelId="{7214E102-4356-447B-88E7-5C64509E6D3B}" type="pres">
      <dgm:prSet presAssocID="{6FD927BE-E3DA-4B38-A8F6-3F114A78CD5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F4872C0-ADD1-4994-A920-68D0CA2342F9}" type="pres">
      <dgm:prSet presAssocID="{6FD927BE-E3DA-4B38-A8F6-3F114A78CD52}" presName="spaceRect" presStyleCnt="0"/>
      <dgm:spPr/>
    </dgm:pt>
    <dgm:pt modelId="{EA97EBA6-133B-40FE-B644-EE4CC23D05C8}" type="pres">
      <dgm:prSet presAssocID="{6FD927BE-E3DA-4B38-A8F6-3F114A78CD52}" presName="parTx" presStyleLbl="revTx" presStyleIdx="0" presStyleCnt="4">
        <dgm:presLayoutVars>
          <dgm:chMax val="0"/>
          <dgm:chPref val="0"/>
        </dgm:presLayoutVars>
      </dgm:prSet>
      <dgm:spPr/>
    </dgm:pt>
    <dgm:pt modelId="{45D71B92-1EAB-43D5-9DE6-E87E2009A41D}" type="pres">
      <dgm:prSet presAssocID="{72C0B272-828A-4C16-A942-333D9CBD38D4}" presName="sibTrans" presStyleCnt="0"/>
      <dgm:spPr/>
    </dgm:pt>
    <dgm:pt modelId="{C0A3625B-D31C-499A-998B-F6F71DF143D1}" type="pres">
      <dgm:prSet presAssocID="{35924C04-3DF8-4690-96CB-6421FD6F93C0}" presName="compNode" presStyleCnt="0"/>
      <dgm:spPr/>
    </dgm:pt>
    <dgm:pt modelId="{A94141F8-16AF-451E-AA52-DB8B9BF8D840}" type="pres">
      <dgm:prSet presAssocID="{35924C04-3DF8-4690-96CB-6421FD6F93C0}" presName="bgRect" presStyleLbl="bgShp" presStyleIdx="1" presStyleCnt="4"/>
      <dgm:spPr/>
    </dgm:pt>
    <dgm:pt modelId="{0E7380DF-0009-455D-873C-DFFDDFAB1FAD}" type="pres">
      <dgm:prSet presAssocID="{35924C04-3DF8-4690-96CB-6421FD6F93C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C1B88601-2C7D-4922-A47F-AC2DB812FD7D}" type="pres">
      <dgm:prSet presAssocID="{35924C04-3DF8-4690-96CB-6421FD6F93C0}" presName="spaceRect" presStyleCnt="0"/>
      <dgm:spPr/>
    </dgm:pt>
    <dgm:pt modelId="{18FB1C18-8E8D-4A9F-A24A-0ABB999FE898}" type="pres">
      <dgm:prSet presAssocID="{35924C04-3DF8-4690-96CB-6421FD6F93C0}" presName="parTx" presStyleLbl="revTx" presStyleIdx="1" presStyleCnt="4">
        <dgm:presLayoutVars>
          <dgm:chMax val="0"/>
          <dgm:chPref val="0"/>
        </dgm:presLayoutVars>
      </dgm:prSet>
      <dgm:spPr/>
    </dgm:pt>
    <dgm:pt modelId="{CB386554-4111-4CB1-9EBD-7AC992D1FE76}" type="pres">
      <dgm:prSet presAssocID="{686DB12E-932D-4BEF-8105-7C8256835D56}" presName="sibTrans" presStyleCnt="0"/>
      <dgm:spPr/>
    </dgm:pt>
    <dgm:pt modelId="{0FD28678-AC59-470D-B4F0-B316EEFC5D18}" type="pres">
      <dgm:prSet presAssocID="{5933AA31-464A-49CC-85AB-1F321871F529}" presName="compNode" presStyleCnt="0"/>
      <dgm:spPr/>
    </dgm:pt>
    <dgm:pt modelId="{CDE9C117-A9C6-42D6-9F1F-75433E9B6FB5}" type="pres">
      <dgm:prSet presAssocID="{5933AA31-464A-49CC-85AB-1F321871F529}" presName="bgRect" presStyleLbl="bgShp" presStyleIdx="2" presStyleCnt="4"/>
      <dgm:spPr/>
    </dgm:pt>
    <dgm:pt modelId="{E8181D1A-7758-4D5F-BAF9-2EEC4C765E99}" type="pres">
      <dgm:prSet presAssocID="{5933AA31-464A-49CC-85AB-1F321871F52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7637C9E1-EEAC-4B04-991B-7EBEF78464B6}" type="pres">
      <dgm:prSet presAssocID="{5933AA31-464A-49CC-85AB-1F321871F529}" presName="spaceRect" presStyleCnt="0"/>
      <dgm:spPr/>
    </dgm:pt>
    <dgm:pt modelId="{31A2184D-3B67-4079-A704-37B5D2DCC76B}" type="pres">
      <dgm:prSet presAssocID="{5933AA31-464A-49CC-85AB-1F321871F529}" presName="parTx" presStyleLbl="revTx" presStyleIdx="2" presStyleCnt="4">
        <dgm:presLayoutVars>
          <dgm:chMax val="0"/>
          <dgm:chPref val="0"/>
        </dgm:presLayoutVars>
      </dgm:prSet>
      <dgm:spPr/>
    </dgm:pt>
    <dgm:pt modelId="{B4D1BBD4-1F78-4873-8A8B-6430BE186C40}" type="pres">
      <dgm:prSet presAssocID="{91AC8BF9-4348-492C-9E4B-7BFB19DCEA2A}" presName="sibTrans" presStyleCnt="0"/>
      <dgm:spPr/>
    </dgm:pt>
    <dgm:pt modelId="{CDDE48CB-2326-49AC-B67B-8D7A469F3413}" type="pres">
      <dgm:prSet presAssocID="{6D4CB03F-D4D9-4708-AD42-FA41E75FF3BD}" presName="compNode" presStyleCnt="0"/>
      <dgm:spPr/>
    </dgm:pt>
    <dgm:pt modelId="{162C245F-7A30-4372-B450-942AF965F21F}" type="pres">
      <dgm:prSet presAssocID="{6D4CB03F-D4D9-4708-AD42-FA41E75FF3BD}" presName="bgRect" presStyleLbl="bgShp" presStyleIdx="3" presStyleCnt="4"/>
      <dgm:spPr/>
    </dgm:pt>
    <dgm:pt modelId="{0F095ECF-8111-4E8B-BF50-C5DE98ED377D}" type="pres">
      <dgm:prSet presAssocID="{6D4CB03F-D4D9-4708-AD42-FA41E75FF3B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9C14916-5747-41D8-BCB9-F588922AA426}" type="pres">
      <dgm:prSet presAssocID="{6D4CB03F-D4D9-4708-AD42-FA41E75FF3BD}" presName="spaceRect" presStyleCnt="0"/>
      <dgm:spPr/>
    </dgm:pt>
    <dgm:pt modelId="{CC5F7EA5-7AE2-4761-BBB3-C49E88C35220}" type="pres">
      <dgm:prSet presAssocID="{6D4CB03F-D4D9-4708-AD42-FA41E75FF3B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72B5105-9CA8-4F31-A3BD-E9FAD37C61D7}" type="presOf" srcId="{5933AA31-464A-49CC-85AB-1F321871F529}" destId="{31A2184D-3B67-4079-A704-37B5D2DCC76B}" srcOrd="0" destOrd="0" presId="urn:microsoft.com/office/officeart/2018/2/layout/IconVerticalSolidList"/>
    <dgm:cxn modelId="{6B149574-CEB5-440B-9CCB-3BBD1E4E6A50}" type="presOf" srcId="{6D4CB03F-D4D9-4708-AD42-FA41E75FF3BD}" destId="{CC5F7EA5-7AE2-4761-BBB3-C49E88C35220}" srcOrd="0" destOrd="0" presId="urn:microsoft.com/office/officeart/2018/2/layout/IconVerticalSolidList"/>
    <dgm:cxn modelId="{D513BDAC-48E6-455A-A32E-5D89445A3FFE}" srcId="{50F8580A-7723-4ABA-8500-C493F0460573}" destId="{6D4CB03F-D4D9-4708-AD42-FA41E75FF3BD}" srcOrd="3" destOrd="0" parTransId="{05539BAF-65EC-47E2-A592-3A58CDBB9509}" sibTransId="{C381EB8A-0B7A-4945-918B-2442F1B8720B}"/>
    <dgm:cxn modelId="{8BB5DDC4-08F3-48A6-A974-3A46E0E4B411}" srcId="{50F8580A-7723-4ABA-8500-C493F0460573}" destId="{6FD927BE-E3DA-4B38-A8F6-3F114A78CD52}" srcOrd="0" destOrd="0" parTransId="{19EBD778-1D7E-42C6-998F-4E09393C0E01}" sibTransId="{72C0B272-828A-4C16-A942-333D9CBD38D4}"/>
    <dgm:cxn modelId="{9965A7CA-2CA7-43BA-9C2D-6BCC9FA91031}" srcId="{50F8580A-7723-4ABA-8500-C493F0460573}" destId="{5933AA31-464A-49CC-85AB-1F321871F529}" srcOrd="2" destOrd="0" parTransId="{CBF6C0EB-8CC0-41ED-B5B2-4BD4BC0AE4B7}" sibTransId="{91AC8BF9-4348-492C-9E4B-7BFB19DCEA2A}"/>
    <dgm:cxn modelId="{51E6EECD-EBA5-48DB-ABCA-2BA8EE957C38}" srcId="{50F8580A-7723-4ABA-8500-C493F0460573}" destId="{35924C04-3DF8-4690-96CB-6421FD6F93C0}" srcOrd="1" destOrd="0" parTransId="{CDF4454A-3FE6-4A87-9058-4FD6B55121A4}" sibTransId="{686DB12E-932D-4BEF-8105-7C8256835D56}"/>
    <dgm:cxn modelId="{0CA11FD0-DCB3-42BB-BA41-6921224C3AA7}" type="presOf" srcId="{35924C04-3DF8-4690-96CB-6421FD6F93C0}" destId="{18FB1C18-8E8D-4A9F-A24A-0ABB999FE898}" srcOrd="0" destOrd="0" presId="urn:microsoft.com/office/officeart/2018/2/layout/IconVerticalSolidList"/>
    <dgm:cxn modelId="{BFF2ACE2-D0D9-4ACE-9C18-9208E1AA5723}" type="presOf" srcId="{6FD927BE-E3DA-4B38-A8F6-3F114A78CD52}" destId="{EA97EBA6-133B-40FE-B644-EE4CC23D05C8}" srcOrd="0" destOrd="0" presId="urn:microsoft.com/office/officeart/2018/2/layout/IconVerticalSolidList"/>
    <dgm:cxn modelId="{D2F0B7E9-6A09-4799-A667-A97E88A86C2E}" type="presOf" srcId="{50F8580A-7723-4ABA-8500-C493F0460573}" destId="{A3C8377F-A80C-4BB0-937B-D951479A1DD5}" srcOrd="0" destOrd="0" presId="urn:microsoft.com/office/officeart/2018/2/layout/IconVerticalSolidList"/>
    <dgm:cxn modelId="{C2F7DC34-9854-4E94-A2D1-F23A644D9DB4}" type="presParOf" srcId="{A3C8377F-A80C-4BB0-937B-D951479A1DD5}" destId="{AA18BCA1-49D7-475C-B6A8-4ED2057CFBBF}" srcOrd="0" destOrd="0" presId="urn:microsoft.com/office/officeart/2018/2/layout/IconVerticalSolidList"/>
    <dgm:cxn modelId="{3090239E-573C-4998-9F3C-41A5E0C30B22}" type="presParOf" srcId="{AA18BCA1-49D7-475C-B6A8-4ED2057CFBBF}" destId="{D5A61A26-ECDC-4BD6-B2D9-33FCDFABD231}" srcOrd="0" destOrd="0" presId="urn:microsoft.com/office/officeart/2018/2/layout/IconVerticalSolidList"/>
    <dgm:cxn modelId="{3ADB3E49-519F-43D9-BEE1-71BC35829423}" type="presParOf" srcId="{AA18BCA1-49D7-475C-B6A8-4ED2057CFBBF}" destId="{7214E102-4356-447B-88E7-5C64509E6D3B}" srcOrd="1" destOrd="0" presId="urn:microsoft.com/office/officeart/2018/2/layout/IconVerticalSolidList"/>
    <dgm:cxn modelId="{9FDF484E-4E61-49B9-B78A-0E890866C888}" type="presParOf" srcId="{AA18BCA1-49D7-475C-B6A8-4ED2057CFBBF}" destId="{8F4872C0-ADD1-4994-A920-68D0CA2342F9}" srcOrd="2" destOrd="0" presId="urn:microsoft.com/office/officeart/2018/2/layout/IconVerticalSolidList"/>
    <dgm:cxn modelId="{05F7BA32-A6F5-4D52-9CBB-55D2377B9AAF}" type="presParOf" srcId="{AA18BCA1-49D7-475C-B6A8-4ED2057CFBBF}" destId="{EA97EBA6-133B-40FE-B644-EE4CC23D05C8}" srcOrd="3" destOrd="0" presId="urn:microsoft.com/office/officeart/2018/2/layout/IconVerticalSolidList"/>
    <dgm:cxn modelId="{D4DF1539-DB02-4522-B784-541FF912A447}" type="presParOf" srcId="{A3C8377F-A80C-4BB0-937B-D951479A1DD5}" destId="{45D71B92-1EAB-43D5-9DE6-E87E2009A41D}" srcOrd="1" destOrd="0" presId="urn:microsoft.com/office/officeart/2018/2/layout/IconVerticalSolidList"/>
    <dgm:cxn modelId="{107AEEF5-FA0A-4A21-AB72-56777FC2586F}" type="presParOf" srcId="{A3C8377F-A80C-4BB0-937B-D951479A1DD5}" destId="{C0A3625B-D31C-499A-998B-F6F71DF143D1}" srcOrd="2" destOrd="0" presId="urn:microsoft.com/office/officeart/2018/2/layout/IconVerticalSolidList"/>
    <dgm:cxn modelId="{5D093775-62EA-4D52-9F1F-3CC81D547709}" type="presParOf" srcId="{C0A3625B-D31C-499A-998B-F6F71DF143D1}" destId="{A94141F8-16AF-451E-AA52-DB8B9BF8D840}" srcOrd="0" destOrd="0" presId="urn:microsoft.com/office/officeart/2018/2/layout/IconVerticalSolidList"/>
    <dgm:cxn modelId="{1A2359E6-71CA-447F-8ED7-0801CA3074A7}" type="presParOf" srcId="{C0A3625B-D31C-499A-998B-F6F71DF143D1}" destId="{0E7380DF-0009-455D-873C-DFFDDFAB1FAD}" srcOrd="1" destOrd="0" presId="urn:microsoft.com/office/officeart/2018/2/layout/IconVerticalSolidList"/>
    <dgm:cxn modelId="{62197DA8-3B6D-4FFD-ADFA-2A7B53364E2F}" type="presParOf" srcId="{C0A3625B-D31C-499A-998B-F6F71DF143D1}" destId="{C1B88601-2C7D-4922-A47F-AC2DB812FD7D}" srcOrd="2" destOrd="0" presId="urn:microsoft.com/office/officeart/2018/2/layout/IconVerticalSolidList"/>
    <dgm:cxn modelId="{9528280F-E736-43C6-85B5-E258EF0645BD}" type="presParOf" srcId="{C0A3625B-D31C-499A-998B-F6F71DF143D1}" destId="{18FB1C18-8E8D-4A9F-A24A-0ABB999FE898}" srcOrd="3" destOrd="0" presId="urn:microsoft.com/office/officeart/2018/2/layout/IconVerticalSolidList"/>
    <dgm:cxn modelId="{DBC8F1E6-2B13-483D-9C45-233EA8A37558}" type="presParOf" srcId="{A3C8377F-A80C-4BB0-937B-D951479A1DD5}" destId="{CB386554-4111-4CB1-9EBD-7AC992D1FE76}" srcOrd="3" destOrd="0" presId="urn:microsoft.com/office/officeart/2018/2/layout/IconVerticalSolidList"/>
    <dgm:cxn modelId="{49E9B47A-6134-425C-B99C-59364F8761E2}" type="presParOf" srcId="{A3C8377F-A80C-4BB0-937B-D951479A1DD5}" destId="{0FD28678-AC59-470D-B4F0-B316EEFC5D18}" srcOrd="4" destOrd="0" presId="urn:microsoft.com/office/officeart/2018/2/layout/IconVerticalSolidList"/>
    <dgm:cxn modelId="{625B0135-D6F7-442C-84C2-9C284D711D6B}" type="presParOf" srcId="{0FD28678-AC59-470D-B4F0-B316EEFC5D18}" destId="{CDE9C117-A9C6-42D6-9F1F-75433E9B6FB5}" srcOrd="0" destOrd="0" presId="urn:microsoft.com/office/officeart/2018/2/layout/IconVerticalSolidList"/>
    <dgm:cxn modelId="{DE702874-D5C2-4970-9E9A-451A3B6E437C}" type="presParOf" srcId="{0FD28678-AC59-470D-B4F0-B316EEFC5D18}" destId="{E8181D1A-7758-4D5F-BAF9-2EEC4C765E99}" srcOrd="1" destOrd="0" presId="urn:microsoft.com/office/officeart/2018/2/layout/IconVerticalSolidList"/>
    <dgm:cxn modelId="{D8E9EE3A-BA6B-4524-91A3-200D3021FF14}" type="presParOf" srcId="{0FD28678-AC59-470D-B4F0-B316EEFC5D18}" destId="{7637C9E1-EEAC-4B04-991B-7EBEF78464B6}" srcOrd="2" destOrd="0" presId="urn:microsoft.com/office/officeart/2018/2/layout/IconVerticalSolidList"/>
    <dgm:cxn modelId="{322B7BF4-32A2-4788-B1DB-D77D3C6BFE86}" type="presParOf" srcId="{0FD28678-AC59-470D-B4F0-B316EEFC5D18}" destId="{31A2184D-3B67-4079-A704-37B5D2DCC76B}" srcOrd="3" destOrd="0" presId="urn:microsoft.com/office/officeart/2018/2/layout/IconVerticalSolidList"/>
    <dgm:cxn modelId="{733956CE-C092-455C-AC36-7DEE439B25FB}" type="presParOf" srcId="{A3C8377F-A80C-4BB0-937B-D951479A1DD5}" destId="{B4D1BBD4-1F78-4873-8A8B-6430BE186C40}" srcOrd="5" destOrd="0" presId="urn:microsoft.com/office/officeart/2018/2/layout/IconVerticalSolidList"/>
    <dgm:cxn modelId="{30AB698E-7F13-4873-A752-540506B47B93}" type="presParOf" srcId="{A3C8377F-A80C-4BB0-937B-D951479A1DD5}" destId="{CDDE48CB-2326-49AC-B67B-8D7A469F3413}" srcOrd="6" destOrd="0" presId="urn:microsoft.com/office/officeart/2018/2/layout/IconVerticalSolidList"/>
    <dgm:cxn modelId="{F2234A3D-F3CC-48FB-9308-40781165309D}" type="presParOf" srcId="{CDDE48CB-2326-49AC-B67B-8D7A469F3413}" destId="{162C245F-7A30-4372-B450-942AF965F21F}" srcOrd="0" destOrd="0" presId="urn:microsoft.com/office/officeart/2018/2/layout/IconVerticalSolidList"/>
    <dgm:cxn modelId="{2F43D38D-745F-4640-93B5-15DE4BEA1F3B}" type="presParOf" srcId="{CDDE48CB-2326-49AC-B67B-8D7A469F3413}" destId="{0F095ECF-8111-4E8B-BF50-C5DE98ED377D}" srcOrd="1" destOrd="0" presId="urn:microsoft.com/office/officeart/2018/2/layout/IconVerticalSolidList"/>
    <dgm:cxn modelId="{BA139517-0486-4171-A377-43ECEC5A6DFC}" type="presParOf" srcId="{CDDE48CB-2326-49AC-B67B-8D7A469F3413}" destId="{89C14916-5747-41D8-BCB9-F588922AA426}" srcOrd="2" destOrd="0" presId="urn:microsoft.com/office/officeart/2018/2/layout/IconVerticalSolidList"/>
    <dgm:cxn modelId="{F375579D-A71F-4F07-87DD-438BBB22EC90}" type="presParOf" srcId="{CDDE48CB-2326-49AC-B67B-8D7A469F3413}" destId="{CC5F7EA5-7AE2-4761-BBB3-C49E88C352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984DE-023C-4FD9-A008-B66DE5708306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AF0A8A-AF3F-48AE-95B0-9649047BDABF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777E9-FED8-4530-8218-2DD929BADFDB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Manual weight recording is slow and error-prone.</a:t>
          </a:r>
        </a:p>
      </dsp:txBody>
      <dsp:txXfrm>
        <a:off x="1099610" y="1878"/>
        <a:ext cx="7129989" cy="952043"/>
      </dsp:txXfrm>
    </dsp:sp>
    <dsp:sp modelId="{33DBACD4-7744-41CC-82BD-386F548CB2D2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A78C90-847E-4EDF-8F89-FF4B7D8752CD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80699-A432-4CC4-93A5-4707C6A6121A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Hard to track material movement in real-time.</a:t>
          </a:r>
        </a:p>
      </dsp:txBody>
      <dsp:txXfrm>
        <a:off x="1099610" y="1191932"/>
        <a:ext cx="7129989" cy="952043"/>
      </dsp:txXfrm>
    </dsp:sp>
    <dsp:sp modelId="{AE21D417-4F82-45F2-99F6-E95DC27A1D10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325EC-E51A-43FE-96A1-0FBDE5FA5AB8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761A9-0054-4D47-84C2-849F5982F6C3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Difficulty maintaining consistent and reliable records.</a:t>
          </a:r>
        </a:p>
      </dsp:txBody>
      <dsp:txXfrm>
        <a:off x="1099610" y="2381986"/>
        <a:ext cx="7129989" cy="952043"/>
      </dsp:txXfrm>
    </dsp:sp>
    <dsp:sp modelId="{1D59652A-FA14-4D7E-93B6-96A1BC2BEB3A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4516B-F36F-4B82-901A-729D3009D9DC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13559-B6E6-4C18-B202-3A2F02235718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No centralized system for data monitoring.</a:t>
          </a:r>
        </a:p>
      </dsp:txBody>
      <dsp:txXfrm>
        <a:off x="1099610" y="3572041"/>
        <a:ext cx="7129989" cy="952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85613-EC28-4DA9-B0DB-BC9A812FE991}">
      <dsp:nvSpPr>
        <dsp:cNvPr id="0" name=""/>
        <dsp:cNvSpPr/>
      </dsp:nvSpPr>
      <dsp:spPr>
        <a:xfrm>
          <a:off x="0" y="478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D0B3B48-B1F9-4ED6-9EE2-DF03450D832A}">
      <dsp:nvSpPr>
        <dsp:cNvPr id="0" name=""/>
        <dsp:cNvSpPr/>
      </dsp:nvSpPr>
      <dsp:spPr>
        <a:xfrm>
          <a:off x="0" y="478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WeighLink Automation System provides:</a:t>
          </a:r>
        </a:p>
      </dsp:txBody>
      <dsp:txXfrm>
        <a:off x="0" y="478"/>
        <a:ext cx="3993357" cy="783716"/>
      </dsp:txXfrm>
    </dsp:sp>
    <dsp:sp modelId="{88C6E153-B875-4224-AABC-380368471215}">
      <dsp:nvSpPr>
        <dsp:cNvPr id="0" name=""/>
        <dsp:cNvSpPr/>
      </dsp:nvSpPr>
      <dsp:spPr>
        <a:xfrm>
          <a:off x="0" y="78419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FC699B1-0C4F-4AB7-A831-2995AA722797}">
      <dsp:nvSpPr>
        <dsp:cNvPr id="0" name=""/>
        <dsp:cNvSpPr/>
      </dsp:nvSpPr>
      <dsp:spPr>
        <a:xfrm>
          <a:off x="0" y="784194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Automated Bluetooth scale data capture</a:t>
          </a:r>
        </a:p>
      </dsp:txBody>
      <dsp:txXfrm>
        <a:off x="0" y="784194"/>
        <a:ext cx="3993357" cy="783716"/>
      </dsp:txXfrm>
    </dsp:sp>
    <dsp:sp modelId="{3ED24AA5-69B7-4B88-946C-EC56FB8CD61D}">
      <dsp:nvSpPr>
        <dsp:cNvPr id="0" name=""/>
        <dsp:cNvSpPr/>
      </dsp:nvSpPr>
      <dsp:spPr>
        <a:xfrm>
          <a:off x="0" y="1567910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724C66F-D78C-4309-A861-C28297796BAD}">
      <dsp:nvSpPr>
        <dsp:cNvPr id="0" name=""/>
        <dsp:cNvSpPr/>
      </dsp:nvSpPr>
      <dsp:spPr>
        <a:xfrm>
          <a:off x="0" y="1567910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Python-based middleware</a:t>
          </a:r>
        </a:p>
      </dsp:txBody>
      <dsp:txXfrm>
        <a:off x="0" y="1567910"/>
        <a:ext cx="3993357" cy="783716"/>
      </dsp:txXfrm>
    </dsp:sp>
    <dsp:sp modelId="{46785529-464A-4620-9004-627522308AFF}">
      <dsp:nvSpPr>
        <dsp:cNvPr id="0" name=""/>
        <dsp:cNvSpPr/>
      </dsp:nvSpPr>
      <dsp:spPr>
        <a:xfrm>
          <a:off x="0" y="2351627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8A5D4C7-623E-4EC5-B0F4-8FAFB1E20E61}">
      <dsp:nvSpPr>
        <dsp:cNvPr id="0" name=""/>
        <dsp:cNvSpPr/>
      </dsp:nvSpPr>
      <dsp:spPr>
        <a:xfrm>
          <a:off x="0" y="2351627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Real-time upload to Google Sheets</a:t>
          </a:r>
        </a:p>
      </dsp:txBody>
      <dsp:txXfrm>
        <a:off x="0" y="2351627"/>
        <a:ext cx="3993357" cy="783716"/>
      </dsp:txXfrm>
    </dsp:sp>
    <dsp:sp modelId="{CD9A5F68-C5EB-4B41-91F2-589BD71D1505}">
      <dsp:nvSpPr>
        <dsp:cNvPr id="0" name=""/>
        <dsp:cNvSpPr/>
      </dsp:nvSpPr>
      <dsp:spPr>
        <a:xfrm>
          <a:off x="0" y="3135343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6DA95E8-4B37-449F-AE28-40A0F6ED80C9}">
      <dsp:nvSpPr>
        <dsp:cNvPr id="0" name=""/>
        <dsp:cNvSpPr/>
      </dsp:nvSpPr>
      <dsp:spPr>
        <a:xfrm>
          <a:off x="0" y="3135343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Eliminates manual entry and improves accuracy</a:t>
          </a:r>
        </a:p>
      </dsp:txBody>
      <dsp:txXfrm>
        <a:off x="0" y="3135343"/>
        <a:ext cx="3993357" cy="783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0327E-5F18-4223-93A6-9756950BD651}">
      <dsp:nvSpPr>
        <dsp:cNvPr id="0" name=""/>
        <dsp:cNvSpPr/>
      </dsp:nvSpPr>
      <dsp:spPr>
        <a:xfrm>
          <a:off x="0" y="0"/>
          <a:ext cx="3601265" cy="82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1. Bluetooth-enabled scale sends weight.</a:t>
          </a:r>
        </a:p>
      </dsp:txBody>
      <dsp:txXfrm>
        <a:off x="24028" y="24028"/>
        <a:ext cx="2646681" cy="772331"/>
      </dsp:txXfrm>
    </dsp:sp>
    <dsp:sp modelId="{B19BF667-3E6E-4CCE-B3E5-FF355D078738}">
      <dsp:nvSpPr>
        <dsp:cNvPr id="0" name=""/>
        <dsp:cNvSpPr/>
      </dsp:nvSpPr>
      <dsp:spPr>
        <a:xfrm>
          <a:off x="301605" y="969548"/>
          <a:ext cx="3601265" cy="82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2. Python script receives and processes data.</a:t>
          </a:r>
        </a:p>
      </dsp:txBody>
      <dsp:txXfrm>
        <a:off x="325633" y="993576"/>
        <a:ext cx="2718351" cy="772331"/>
      </dsp:txXfrm>
    </dsp:sp>
    <dsp:sp modelId="{EBFEF66C-793F-41C6-8407-443D71C7C617}">
      <dsp:nvSpPr>
        <dsp:cNvPr id="0" name=""/>
        <dsp:cNvSpPr/>
      </dsp:nvSpPr>
      <dsp:spPr>
        <a:xfrm>
          <a:off x="598710" y="1939097"/>
          <a:ext cx="3601265" cy="82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3. Data is appended automatically to Google Sheets.</a:t>
          </a:r>
        </a:p>
      </dsp:txBody>
      <dsp:txXfrm>
        <a:off x="622738" y="1963125"/>
        <a:ext cx="2722853" cy="772331"/>
      </dsp:txXfrm>
    </dsp:sp>
    <dsp:sp modelId="{9738B616-A263-4E38-9A0D-C216D2851640}">
      <dsp:nvSpPr>
        <dsp:cNvPr id="0" name=""/>
        <dsp:cNvSpPr/>
      </dsp:nvSpPr>
      <dsp:spPr>
        <a:xfrm>
          <a:off x="900316" y="2908646"/>
          <a:ext cx="3601265" cy="82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4. Users monitor weight logs from any device.</a:t>
          </a:r>
        </a:p>
      </dsp:txBody>
      <dsp:txXfrm>
        <a:off x="924344" y="2932674"/>
        <a:ext cx="2718351" cy="772331"/>
      </dsp:txXfrm>
    </dsp:sp>
    <dsp:sp modelId="{DFD5BBD1-1008-49C2-AD68-EB4192C6DA51}">
      <dsp:nvSpPr>
        <dsp:cNvPr id="0" name=""/>
        <dsp:cNvSpPr/>
      </dsp:nvSpPr>
      <dsp:spPr>
        <a:xfrm>
          <a:off x="3068013" y="628342"/>
          <a:ext cx="533251" cy="5332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187994" y="628342"/>
        <a:ext cx="293289" cy="401271"/>
      </dsp:txXfrm>
    </dsp:sp>
    <dsp:sp modelId="{8FE03682-A97D-48A6-9DE4-046F3727E0A6}">
      <dsp:nvSpPr>
        <dsp:cNvPr id="0" name=""/>
        <dsp:cNvSpPr/>
      </dsp:nvSpPr>
      <dsp:spPr>
        <a:xfrm>
          <a:off x="3369619" y="1597891"/>
          <a:ext cx="533251" cy="5332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489600" y="1597891"/>
        <a:ext cx="293289" cy="401271"/>
      </dsp:txXfrm>
    </dsp:sp>
    <dsp:sp modelId="{E0C18528-1834-4513-9888-7E6927CD6553}">
      <dsp:nvSpPr>
        <dsp:cNvPr id="0" name=""/>
        <dsp:cNvSpPr/>
      </dsp:nvSpPr>
      <dsp:spPr>
        <a:xfrm>
          <a:off x="3666724" y="2567439"/>
          <a:ext cx="533251" cy="5332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786705" y="2567439"/>
        <a:ext cx="293289" cy="4012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669F6-1810-451F-85B7-2BC1AA36DDCC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375C1-5F8C-4F85-8BC7-FFDB04C6A91F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8374B-A5FF-4127-9D47-12FE3092C31F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Reduces human error</a:t>
          </a:r>
        </a:p>
      </dsp:txBody>
      <dsp:txXfrm>
        <a:off x="1129902" y="4592"/>
        <a:ext cx="3596298" cy="978270"/>
      </dsp:txXfrm>
    </dsp:sp>
    <dsp:sp modelId="{F9780889-FB64-4266-951D-A00E26B181F2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15C8E-86CF-4BA4-8CBC-411B8EB31B79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08F74-E411-423C-8727-05E76FAF4490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Increases efficiency</a:t>
          </a:r>
        </a:p>
      </dsp:txBody>
      <dsp:txXfrm>
        <a:off x="1129902" y="1227431"/>
        <a:ext cx="3596298" cy="978270"/>
      </dsp:txXfrm>
    </dsp:sp>
    <dsp:sp modelId="{07908EA8-6A2D-413B-BAFF-90472CAB1F5C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6C33C-CE7D-47D6-8B6B-89ACC5B4EC7B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4F9F2-602E-412E-9ABC-BC265F43ADF3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Centralized data storage</a:t>
          </a:r>
        </a:p>
      </dsp:txBody>
      <dsp:txXfrm>
        <a:off x="1129902" y="2450269"/>
        <a:ext cx="3596298" cy="978270"/>
      </dsp:txXfrm>
    </dsp:sp>
    <dsp:sp modelId="{B732CD0B-6715-4C33-88DB-5D36471C5AF3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A694A-8813-4B8C-ABAD-75DA1EED398E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07DB3-E01E-4CF3-8D8D-53B7E8AD66D9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Supports remote monitoring</a:t>
          </a:r>
        </a:p>
      </dsp:txBody>
      <dsp:txXfrm>
        <a:off x="1129902" y="3673107"/>
        <a:ext cx="3596298" cy="978270"/>
      </dsp:txXfrm>
    </dsp:sp>
    <dsp:sp modelId="{B54C07FA-8732-4792-9EF5-A415DC11B809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1082B2-217D-4899-A993-B1A92D789302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90FF8C-7A69-42CB-800C-A1C8353F48B0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Improves material tracking for mining operations</a:t>
          </a:r>
        </a:p>
      </dsp:txBody>
      <dsp:txXfrm>
        <a:off x="1129902" y="4895945"/>
        <a:ext cx="3596298" cy="9782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61A26-ECDC-4BD6-B2D9-33FCDFABD231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14E102-4356-447B-88E7-5C64509E6D3B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7EBA6-133B-40FE-B644-EE4CC23D05C8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WeighLink Automation System modernizes weight recording</a:t>
          </a:r>
        </a:p>
      </dsp:txBody>
      <dsp:txXfrm>
        <a:off x="1357965" y="2319"/>
        <a:ext cx="3325983" cy="1175727"/>
      </dsp:txXfrm>
    </dsp:sp>
    <dsp:sp modelId="{A94141F8-16AF-451E-AA52-DB8B9BF8D840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380DF-0009-455D-873C-DFFDDFAB1FAD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B1C18-8E8D-4A9F-A24A-0ABB999FE898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By integrating Bluetooth hardware with real-time cloud storage.</a:t>
          </a:r>
        </a:p>
      </dsp:txBody>
      <dsp:txXfrm>
        <a:off x="1357965" y="1471979"/>
        <a:ext cx="3325983" cy="1175727"/>
      </dsp:txXfrm>
    </dsp:sp>
    <dsp:sp modelId="{CDE9C117-A9C6-42D6-9F1F-75433E9B6FB5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81D1A-7758-4D5F-BAF9-2EEC4C765E99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2184D-3B67-4079-A704-37B5D2DCC76B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is accurate, scalable, and ideal for mining operations requiring</a:t>
          </a:r>
        </a:p>
      </dsp:txBody>
      <dsp:txXfrm>
        <a:off x="1357965" y="2941639"/>
        <a:ext cx="3325983" cy="1175727"/>
      </dsp:txXfrm>
    </dsp:sp>
    <dsp:sp modelId="{162C245F-7A30-4372-B450-942AF965F21F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095ECF-8111-4E8B-BF50-C5DE98ED377D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F7EA5-7AE2-4761-BBB3-C49E88C35220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Efficient digital transformation.</a:t>
          </a:r>
        </a:p>
      </dsp:txBody>
      <dsp:txXfrm>
        <a:off x="1357965" y="4411299"/>
        <a:ext cx="3325983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WeighLink Automation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t>Automated Bluetooth Weight Logging to Google Sheets</a:t>
            </a:r>
            <a:endParaRPr lang="en-GH"/>
          </a:p>
        </p:txBody>
      </p:sp>
      <p:pic>
        <p:nvPicPr>
          <p:cNvPr id="5" name="Picture 4" descr="Color-coded on electronic circuit board">
            <a:extLst>
              <a:ext uri="{FF2B5EF4-FFF2-40B4-BE49-F238E27FC236}">
                <a16:creationId xmlns:a16="http://schemas.microsoft.com/office/drawing/2014/main" id="{1EB435C6-A5A8-D6FF-8BF2-9BEF8FA12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974" r="21282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E62EB2-8752-86F3-0077-5234B2632B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Solution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AF3617-4D58-A508-6662-4E94D80B3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73" r="25869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F29B90-AD64-574C-D89A-19BAEEF20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895525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US" sz="3500"/>
              <a:t>System Architecture</a:t>
            </a:r>
          </a:p>
        </p:txBody>
      </p:sp>
      <p:pic>
        <p:nvPicPr>
          <p:cNvPr id="6" name="Picture 5" descr="A white wavy surface with a shadow&#10;&#10;AI-generated content may be incorrect.">
            <a:extLst>
              <a:ext uri="{FF2B5EF4-FFF2-40B4-BE49-F238E27FC236}">
                <a16:creationId xmlns:a16="http://schemas.microsoft.com/office/drawing/2014/main" id="{AB7D5538-EECA-4F6F-5491-0FD4D315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78" r="16963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A1E7E9-1234-DEC0-2EF3-4B3D9F2F58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249207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56E71F1-5A87-4A96-B42F-2DFA1B766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28" name="Color Cover">
              <a:extLst>
                <a:ext uri="{FF2B5EF4-FFF2-40B4-BE49-F238E27FC236}">
                  <a16:creationId xmlns:a16="http://schemas.microsoft.com/office/drawing/2014/main" id="{CF5215DD-02E8-49F2-8F73-D509B6A02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 Cover">
              <a:extLst>
                <a:ext uri="{FF2B5EF4-FFF2-40B4-BE49-F238E27FC236}">
                  <a16:creationId xmlns:a16="http://schemas.microsoft.com/office/drawing/2014/main" id="{8E743EB7-3A15-4D51-A603-1F3C290AA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733FE3C-12C4-4FA2-A795-87D2F6776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32" name="Color">
              <a:extLst>
                <a:ext uri="{FF2B5EF4-FFF2-40B4-BE49-F238E27FC236}">
                  <a16:creationId xmlns:a16="http://schemas.microsoft.com/office/drawing/2014/main" id="{66F1E4BF-D491-4254-81A6-5119D1672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Color">
              <a:extLst>
                <a:ext uri="{FF2B5EF4-FFF2-40B4-BE49-F238E27FC236}">
                  <a16:creationId xmlns:a16="http://schemas.microsoft.com/office/drawing/2014/main" id="{98C6C0CF-E3BD-4627-9DDF-246EAF2D4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3" name="Picture 12" descr="Laptop on a table">
            <a:extLst>
              <a:ext uri="{FF2B5EF4-FFF2-40B4-BE49-F238E27FC236}">
                <a16:creationId xmlns:a16="http://schemas.microsoft.com/office/drawing/2014/main" id="{C501542B-3551-3861-C9A6-6F9EE2948D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53" r="38429"/>
          <a:stretch>
            <a:fillRect/>
          </a:stretch>
        </p:blipFill>
        <p:spPr>
          <a:xfrm>
            <a:off x="5312107" y="841663"/>
            <a:ext cx="3124613" cy="518592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C2B5F12-8A82-4A59-9400-3164CBF47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7" cy="6858000"/>
            <a:chOff x="0" y="0"/>
            <a:chExt cx="12188952" cy="6858000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74BC7CB-EC69-421D-B286-57CAFE86D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2D86EA2-D090-4E0C-B153-3ECE91311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AC29764-D054-4F76-9FE5-49811EDB6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D9BB18B-7B57-4D1E-B87E-D2A7214F7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0A98EF1-1185-4EFF-A3C0-25DEBE8CD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CDA8723-DE3F-48D0-8822-0269EE207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2B072E5-03AC-4D0A-A767-43EFB55BED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8" y="819015"/>
            <a:ext cx="4366152" cy="2353362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238" y="3442089"/>
            <a:ext cx="4366152" cy="2596896"/>
          </a:xfrm>
        </p:spPr>
        <p:txBody>
          <a:bodyPr anchor="t">
            <a:norm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 Real-time Bluetooth weight capture</a:t>
            </a:r>
          </a:p>
          <a:p>
            <a:r>
              <a:rPr lang="en-US" sz="1600">
                <a:solidFill>
                  <a:schemeClr val="bg1"/>
                </a:solidFill>
              </a:rPr>
              <a:t>Automatic Google Sheets updates</a:t>
            </a:r>
          </a:p>
          <a:p>
            <a:r>
              <a:rPr lang="en-US" sz="1600">
                <a:solidFill>
                  <a:schemeClr val="bg1"/>
                </a:solidFill>
              </a:rPr>
              <a:t>Works on laptop, tablet, or phone</a:t>
            </a:r>
          </a:p>
          <a:p>
            <a:r>
              <a:rPr lang="en-US" sz="1600">
                <a:solidFill>
                  <a:schemeClr val="bg1"/>
                </a:solidFill>
              </a:rPr>
              <a:t>Reliable and scalable design</a:t>
            </a:r>
          </a:p>
          <a:p>
            <a:r>
              <a:rPr lang="en-US" sz="1600">
                <a:solidFill>
                  <a:schemeClr val="bg1"/>
                </a:solidFill>
              </a:rPr>
              <a:t>Minimal hardware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Benefits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A17854-7663-C0A0-C65F-EF5683488B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10830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490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FA1C68-6644-9208-0F58-48B96B9C7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6429951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E3010-4B07-2707-6025-B2CF9A22D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23" y="1060968"/>
            <a:ext cx="4366577" cy="417506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3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6600" dirty="0">
                <a:solidFill>
                  <a:schemeClr val="tx2"/>
                </a:solidFill>
              </a:rPr>
              <a:t>THANK YOU </a:t>
            </a:r>
            <a:endParaRPr lang="en-GH" sz="66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77422" y="0"/>
            <a:ext cx="4366578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6C11316F-FE32-CAC1-4656-E9920F23B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615" y="2065912"/>
            <a:ext cx="2746374" cy="274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8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196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WeighLink Automation System</vt:lpstr>
      <vt:lpstr>Problem Statement</vt:lpstr>
      <vt:lpstr>Solution Overview</vt:lpstr>
      <vt:lpstr>System Architecture</vt:lpstr>
      <vt:lpstr>Key Features</vt:lpstr>
      <vt:lpstr>Benefits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Lovelace Osei-Tutu Nkwantabisa</cp:lastModifiedBy>
  <cp:revision>2</cp:revision>
  <dcterms:created xsi:type="dcterms:W3CDTF">2013-01-27T09:14:16Z</dcterms:created>
  <dcterms:modified xsi:type="dcterms:W3CDTF">2025-11-23T05:47:13Z</dcterms:modified>
  <cp:category/>
</cp:coreProperties>
</file>